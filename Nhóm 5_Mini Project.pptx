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y="3244850" cx="5765800"/>
  <p:notesSz cx="5765800" cy="3244850"/>
  <p:embeddedFontLst>
    <p:embeddedFont>
      <p:font typeface="Gill Sans"/>
      <p:regular r:id="rId44"/>
      <p:bold r:id="rId45"/>
    </p:embeddedFont>
    <p:embeddedFont>
      <p:font typeface="Century Gothic"/>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50" roundtripDataSignature="AMtx7mhx47dx79Os0Lla+HVEqTOvxCjl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B2F5299-56DC-430C-8648-66C8CF088EBC}">
  <a:tblStyle styleId="{5B2F5299-56DC-430C-8648-66C8CF088EBC}"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font" Target="fonts/GillSans-regular.fntdata"/><Relationship Id="rId43" Type="http://schemas.openxmlformats.org/officeDocument/2006/relationships/slide" Target="slides/slide36.xml"/><Relationship Id="rId46" Type="http://schemas.openxmlformats.org/officeDocument/2006/relationships/font" Target="fonts/CenturyGothic-regular.fntdata"/><Relationship Id="rId45" Type="http://schemas.openxmlformats.org/officeDocument/2006/relationships/font" Target="fonts/Gill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CenturyGothic-italic.fntdata"/><Relationship Id="rId47" Type="http://schemas.openxmlformats.org/officeDocument/2006/relationships/font" Target="fonts/CenturyGothic-bold.fntdata"/><Relationship Id="rId49" Type="http://schemas.openxmlformats.org/officeDocument/2006/relationships/font" Target="fonts/CenturyGothic-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0" Type="http://customschemas.google.com/relationships/presentationmetadata" Target="meta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961150" y="243350"/>
            <a:ext cx="384405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76575" y="1541300"/>
            <a:ext cx="4612625" cy="14601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txBox="1"/>
          <p:nvPr>
            <p:ph idx="1" type="body"/>
          </p:nvPr>
        </p:nvSpPr>
        <p:spPr>
          <a:xfrm>
            <a:off x="576575" y="1541300"/>
            <a:ext cx="4612625" cy="14601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p1:notes"/>
          <p:cNvSpPr/>
          <p:nvPr>
            <p:ph idx="2" type="sldImg"/>
          </p:nvPr>
        </p:nvSpPr>
        <p:spPr>
          <a:xfrm>
            <a:off x="961150" y="243350"/>
            <a:ext cx="384405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2:notes"/>
          <p:cNvSpPr txBox="1"/>
          <p:nvPr>
            <p:ph idx="1" type="body"/>
          </p:nvPr>
        </p:nvSpPr>
        <p:spPr>
          <a:xfrm>
            <a:off x="576575" y="1541300"/>
            <a:ext cx="4612625" cy="14601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p2:notes"/>
          <p:cNvSpPr/>
          <p:nvPr>
            <p:ph idx="2" type="sldImg"/>
          </p:nvPr>
        </p:nvSpPr>
        <p:spPr>
          <a:xfrm>
            <a:off x="961150" y="243350"/>
            <a:ext cx="384405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3: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p3: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4: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p4: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5: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4" name="Google Shape;234;p5: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6: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p6: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7: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2" name="Google Shape;262;p7: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8: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6" name="Google Shape;276;p8: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9: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4" name="Google Shape;294;p9: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0: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2" name="Google Shape;312;p10: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1: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8" name="Google Shape;328;p11: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2: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4" name="Google Shape;344;p12: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3: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0" name="Google Shape;360;p13: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4: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5" name="Google Shape;375;p14: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5: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1" name="Google Shape;391;p15: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6: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7" name="Google Shape;407;p16: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17:notes"/>
          <p:cNvSpPr txBox="1"/>
          <p:nvPr>
            <p:ph idx="1" type="body"/>
          </p:nvPr>
        </p:nvSpPr>
        <p:spPr>
          <a:xfrm>
            <a:off x="576575" y="1541300"/>
            <a:ext cx="4612625" cy="14601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2" name="Google Shape;422;p17:notes"/>
          <p:cNvSpPr/>
          <p:nvPr>
            <p:ph idx="2" type="sldImg"/>
          </p:nvPr>
        </p:nvSpPr>
        <p:spPr>
          <a:xfrm>
            <a:off x="961150" y="243350"/>
            <a:ext cx="384405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8: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7" name="Google Shape;437;p18: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19: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2" name="Google Shape;452;p19: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20: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7" name="Google Shape;467;p20: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21: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2" name="Google Shape;482;p21: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22: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9" name="Google Shape;499;p22: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23: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5" name="Google Shape;515;p23: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24: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0" name="Google Shape;530;p24: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25: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6" name="Google Shape;546;p25: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26: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2" name="Google Shape;562;p26: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27: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2" name="Google Shape;582;p27: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28: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7" name="Google Shape;597;p28: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29:notes"/>
          <p:cNvSpPr txBox="1"/>
          <p:nvPr>
            <p:ph idx="1" type="body"/>
          </p:nvPr>
        </p:nvSpPr>
        <p:spPr>
          <a:xfrm>
            <a:off x="576575" y="1541300"/>
            <a:ext cx="4612625" cy="14601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2" name="Google Shape;612;p29:notes"/>
          <p:cNvSpPr/>
          <p:nvPr>
            <p:ph idx="2" type="sldImg"/>
          </p:nvPr>
        </p:nvSpPr>
        <p:spPr>
          <a:xfrm>
            <a:off x="961150" y="243350"/>
            <a:ext cx="384405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30: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8" name="Google Shape;628;p30: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31: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4" name="Google Shape;644;p31: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32:notes"/>
          <p:cNvSpPr txBox="1"/>
          <p:nvPr>
            <p:ph idx="1" type="body"/>
          </p:nvPr>
        </p:nvSpPr>
        <p:spPr>
          <a:xfrm>
            <a:off x="576575" y="1541300"/>
            <a:ext cx="4612500" cy="146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0" name="Google Shape;660;p32:notes"/>
          <p:cNvSpPr/>
          <p:nvPr>
            <p:ph idx="2" type="sldImg"/>
          </p:nvPr>
        </p:nvSpPr>
        <p:spPr>
          <a:xfrm>
            <a:off x="961150" y="243350"/>
            <a:ext cx="384420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33:notes"/>
          <p:cNvSpPr txBox="1"/>
          <p:nvPr>
            <p:ph idx="1" type="body"/>
          </p:nvPr>
        </p:nvSpPr>
        <p:spPr>
          <a:xfrm>
            <a:off x="576575" y="1541300"/>
            <a:ext cx="4612625" cy="14601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7" name="Google Shape;677;p33:notes"/>
          <p:cNvSpPr/>
          <p:nvPr>
            <p:ph idx="2" type="sldImg"/>
          </p:nvPr>
        </p:nvSpPr>
        <p:spPr>
          <a:xfrm>
            <a:off x="961150" y="243350"/>
            <a:ext cx="384405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34:notes"/>
          <p:cNvSpPr txBox="1"/>
          <p:nvPr>
            <p:ph idx="1" type="body"/>
          </p:nvPr>
        </p:nvSpPr>
        <p:spPr>
          <a:xfrm>
            <a:off x="576575" y="1541300"/>
            <a:ext cx="4612625" cy="14601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3" name="Google Shape;693;p34:notes"/>
          <p:cNvSpPr/>
          <p:nvPr>
            <p:ph idx="2" type="sldImg"/>
          </p:nvPr>
        </p:nvSpPr>
        <p:spPr>
          <a:xfrm>
            <a:off x="961150" y="243350"/>
            <a:ext cx="384405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35:notes"/>
          <p:cNvSpPr txBox="1"/>
          <p:nvPr>
            <p:ph idx="1" type="body"/>
          </p:nvPr>
        </p:nvSpPr>
        <p:spPr>
          <a:xfrm>
            <a:off x="576575" y="1541300"/>
            <a:ext cx="4612625" cy="14601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9" name="Google Shape;709;p35:notes"/>
          <p:cNvSpPr/>
          <p:nvPr>
            <p:ph idx="2" type="sldImg"/>
          </p:nvPr>
        </p:nvSpPr>
        <p:spPr>
          <a:xfrm>
            <a:off x="961150" y="243350"/>
            <a:ext cx="384405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36:notes"/>
          <p:cNvSpPr txBox="1"/>
          <p:nvPr>
            <p:ph idx="1" type="body"/>
          </p:nvPr>
        </p:nvSpPr>
        <p:spPr>
          <a:xfrm>
            <a:off x="576575" y="1541300"/>
            <a:ext cx="4612625" cy="14601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6" name="Google Shape;726;p36:notes"/>
          <p:cNvSpPr/>
          <p:nvPr>
            <p:ph idx="2" type="sldImg"/>
          </p:nvPr>
        </p:nvSpPr>
        <p:spPr>
          <a:xfrm>
            <a:off x="961150" y="243350"/>
            <a:ext cx="3844050" cy="1216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8"/>
          <p:cNvSpPr txBox="1"/>
          <p:nvPr>
            <p:ph type="title"/>
          </p:nvPr>
        </p:nvSpPr>
        <p:spPr>
          <a:xfrm>
            <a:off x="95300" y="58607"/>
            <a:ext cx="1591945" cy="2444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4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8"/>
          <p:cNvSpPr txBox="1"/>
          <p:nvPr>
            <p:ph idx="1" type="body"/>
          </p:nvPr>
        </p:nvSpPr>
        <p:spPr>
          <a:xfrm>
            <a:off x="288290" y="746315"/>
            <a:ext cx="5189220" cy="2141601"/>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1" name="Google Shape;31;p38"/>
          <p:cNvSpPr txBox="1"/>
          <p:nvPr>
            <p:ph idx="11" type="ftr"/>
          </p:nvPr>
        </p:nvSpPr>
        <p:spPr>
          <a:xfrm>
            <a:off x="4422165" y="3120759"/>
            <a:ext cx="508635" cy="12318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6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8"/>
          <p:cNvSpPr txBox="1"/>
          <p:nvPr>
            <p:ph idx="10" type="dt"/>
          </p:nvPr>
        </p:nvSpPr>
        <p:spPr>
          <a:xfrm>
            <a:off x="466267" y="3120759"/>
            <a:ext cx="995044" cy="12318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6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8"/>
          <p:cNvSpPr txBox="1"/>
          <p:nvPr>
            <p:ph idx="12" type="sldNum"/>
          </p:nvPr>
        </p:nvSpPr>
        <p:spPr>
          <a:xfrm>
            <a:off x="5404855" y="3120759"/>
            <a:ext cx="298210" cy="123189"/>
          </a:xfrm>
          <a:prstGeom prst="rect">
            <a:avLst/>
          </a:prstGeom>
          <a:noFill/>
          <a:ln>
            <a:noFill/>
          </a:ln>
        </p:spPr>
        <p:txBody>
          <a:bodyPr anchorCtr="0" anchor="t" bIns="0" lIns="0" spcFirstLastPara="1" rIns="0" wrap="square" tIns="0">
            <a:spAutoFit/>
          </a:bodyPr>
          <a:lstStyle>
            <a:lvl1pPr indent="0" lvl="0"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1pPr>
            <a:lvl2pPr indent="0" lvl="1"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2pPr>
            <a:lvl3pPr indent="0" lvl="2"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3pPr>
            <a:lvl4pPr indent="0" lvl="3"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4pPr>
            <a:lvl5pPr indent="0" lvl="4"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5pPr>
            <a:lvl6pPr indent="0" lvl="5"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6pPr>
            <a:lvl7pPr indent="0" lvl="6"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7pPr>
            <a:lvl8pPr indent="0" lvl="7"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8pPr>
            <a:lvl9pPr indent="0" lvl="8"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9pPr>
          </a:lstStyle>
          <a:p>
            <a:pPr indent="0" lvl="0" marL="81280" rtl="0" algn="l">
              <a:spcBef>
                <a:spcPts val="0"/>
              </a:spcBef>
              <a:spcAft>
                <a:spcPts val="0"/>
              </a:spcAft>
              <a:buNone/>
            </a:pPr>
            <a:fld id="{00000000-1234-1234-1234-123412341234}" type="slidenum">
              <a:rPr lang="en-US"/>
              <a:t>‹#›</a:t>
            </a:fld>
            <a:r>
              <a:rPr lang="en-US"/>
              <a:t> / 28</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chemeClr val="lt1"/>
        </a:solidFill>
      </p:bgPr>
    </p:bg>
    <p:spTree>
      <p:nvGrpSpPr>
        <p:cNvPr id="34" name="Shape 34"/>
        <p:cNvGrpSpPr/>
        <p:nvPr/>
      </p:nvGrpSpPr>
      <p:grpSpPr>
        <a:xfrm>
          <a:off x="0" y="0"/>
          <a:ext cx="0" cy="0"/>
          <a:chOff x="0" y="0"/>
          <a:chExt cx="0" cy="0"/>
        </a:xfrm>
      </p:grpSpPr>
      <p:pic>
        <p:nvPicPr>
          <p:cNvPr id="35" name="Google Shape;35;p39"/>
          <p:cNvPicPr preferRelativeResize="0"/>
          <p:nvPr/>
        </p:nvPicPr>
        <p:blipFill rotWithShape="1">
          <a:blip r:embed="rId2">
            <a:alphaModFix/>
          </a:blip>
          <a:srcRect b="0" l="0" r="0" t="0"/>
          <a:stretch/>
        </p:blipFill>
        <p:spPr>
          <a:xfrm>
            <a:off x="0" y="0"/>
            <a:ext cx="5759988" cy="3239998"/>
          </a:xfrm>
          <a:prstGeom prst="rect">
            <a:avLst/>
          </a:prstGeom>
          <a:noFill/>
          <a:ln>
            <a:noFill/>
          </a:ln>
        </p:spPr>
      </p:pic>
      <p:sp>
        <p:nvSpPr>
          <p:cNvPr id="36" name="Google Shape;36;p39"/>
          <p:cNvSpPr/>
          <p:nvPr/>
        </p:nvSpPr>
        <p:spPr>
          <a:xfrm>
            <a:off x="4202672" y="3041623"/>
            <a:ext cx="43180" cy="30480"/>
          </a:xfrm>
          <a:custGeom>
            <a:rect b="b" l="l" r="r" t="t"/>
            <a:pathLst>
              <a:path extrusionOk="0" h="30480" w="43179">
                <a:moveTo>
                  <a:pt x="0" y="30366"/>
                </a:moveTo>
                <a:lnTo>
                  <a:pt x="43019" y="30366"/>
                </a:lnTo>
                <a:lnTo>
                  <a:pt x="43019" y="0"/>
                </a:lnTo>
                <a:lnTo>
                  <a:pt x="0" y="0"/>
                </a:lnTo>
                <a:lnTo>
                  <a:pt x="0" y="30366"/>
                </a:lnTo>
                <a:close/>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 name="Google Shape;37;p39"/>
          <p:cNvSpPr/>
          <p:nvPr/>
        </p:nvSpPr>
        <p:spPr>
          <a:xfrm>
            <a:off x="4123055" y="3037661"/>
            <a:ext cx="25400" cy="38100"/>
          </a:xfrm>
          <a:custGeom>
            <a:rect b="b" l="l" r="r" t="t"/>
            <a:pathLst>
              <a:path extrusionOk="0" h="38100" w="25400">
                <a:moveTo>
                  <a:pt x="25400" y="0"/>
                </a:moveTo>
                <a:lnTo>
                  <a:pt x="0" y="19050"/>
                </a:lnTo>
                <a:lnTo>
                  <a:pt x="25400" y="38100"/>
                </a:lnTo>
                <a:lnTo>
                  <a:pt x="25400"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 name="Google Shape;38;p39"/>
          <p:cNvSpPr/>
          <p:nvPr/>
        </p:nvSpPr>
        <p:spPr>
          <a:xfrm>
            <a:off x="4300857" y="3037661"/>
            <a:ext cx="25400" cy="38100"/>
          </a:xfrm>
          <a:custGeom>
            <a:rect b="b" l="l" r="r" t="t"/>
            <a:pathLst>
              <a:path extrusionOk="0" h="38100" w="25400">
                <a:moveTo>
                  <a:pt x="0" y="0"/>
                </a:moveTo>
                <a:lnTo>
                  <a:pt x="0" y="38100"/>
                </a:lnTo>
                <a:lnTo>
                  <a:pt x="25400" y="19050"/>
                </a:lnTo>
                <a:lnTo>
                  <a:pt x="0"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 name="Google Shape;39;p39"/>
          <p:cNvSpPr/>
          <p:nvPr/>
        </p:nvSpPr>
        <p:spPr>
          <a:xfrm>
            <a:off x="4460874" y="3031311"/>
            <a:ext cx="64135" cy="50800"/>
          </a:xfrm>
          <a:custGeom>
            <a:rect b="b" l="l" r="r" t="t"/>
            <a:pathLst>
              <a:path extrusionOk="0" h="50800" w="64135">
                <a:moveTo>
                  <a:pt x="0" y="50800"/>
                </a:moveTo>
                <a:lnTo>
                  <a:pt x="43019" y="50800"/>
                </a:lnTo>
                <a:lnTo>
                  <a:pt x="43019" y="20434"/>
                </a:lnTo>
                <a:lnTo>
                  <a:pt x="0" y="20434"/>
                </a:lnTo>
                <a:lnTo>
                  <a:pt x="0" y="50800"/>
                </a:lnTo>
                <a:close/>
              </a:path>
              <a:path extrusionOk="0" h="50800" w="64135">
                <a:moveTo>
                  <a:pt x="10491" y="20320"/>
                </a:moveTo>
                <a:lnTo>
                  <a:pt x="10491" y="10160"/>
                </a:lnTo>
                <a:lnTo>
                  <a:pt x="53672" y="10160"/>
                </a:lnTo>
                <a:lnTo>
                  <a:pt x="53672" y="40640"/>
                </a:lnTo>
                <a:lnTo>
                  <a:pt x="43512" y="40640"/>
                </a:lnTo>
              </a:path>
              <a:path extrusionOk="0" h="50800" w="64135">
                <a:moveTo>
                  <a:pt x="20652" y="10160"/>
                </a:moveTo>
                <a:lnTo>
                  <a:pt x="20652" y="0"/>
                </a:lnTo>
                <a:lnTo>
                  <a:pt x="63832" y="0"/>
                </a:lnTo>
                <a:lnTo>
                  <a:pt x="63832" y="30480"/>
                </a:lnTo>
                <a:lnTo>
                  <a:pt x="53672" y="3048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 name="Google Shape;40;p39"/>
          <p:cNvSpPr/>
          <p:nvPr/>
        </p:nvSpPr>
        <p:spPr>
          <a:xfrm>
            <a:off x="4397705" y="3037661"/>
            <a:ext cx="203200" cy="38100"/>
          </a:xfrm>
          <a:custGeom>
            <a:rect b="b" l="l" r="r" t="t"/>
            <a:pathLst>
              <a:path extrusionOk="0" h="38100" w="203200">
                <a:moveTo>
                  <a:pt x="25400" y="0"/>
                </a:moveTo>
                <a:lnTo>
                  <a:pt x="0" y="19050"/>
                </a:lnTo>
                <a:lnTo>
                  <a:pt x="25400" y="38100"/>
                </a:lnTo>
                <a:lnTo>
                  <a:pt x="25400" y="0"/>
                </a:lnTo>
                <a:close/>
              </a:path>
              <a:path extrusionOk="0" h="38100" w="203200">
                <a:moveTo>
                  <a:pt x="177802" y="0"/>
                </a:moveTo>
                <a:lnTo>
                  <a:pt x="177802" y="38100"/>
                </a:lnTo>
                <a:lnTo>
                  <a:pt x="203202" y="19050"/>
                </a:lnTo>
                <a:lnTo>
                  <a:pt x="177802"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 name="Google Shape;41;p39"/>
          <p:cNvSpPr/>
          <p:nvPr/>
        </p:nvSpPr>
        <p:spPr>
          <a:xfrm>
            <a:off x="4761269" y="3044011"/>
            <a:ext cx="38100" cy="0"/>
          </a:xfrm>
          <a:custGeom>
            <a:rect b="b" l="l" r="r" t="t"/>
            <a:pathLst>
              <a:path extrusionOk="0" h="120000" w="38100">
                <a:moveTo>
                  <a:pt x="0" y="0"/>
                </a:moveTo>
                <a:lnTo>
                  <a:pt x="38100" y="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 name="Google Shape;42;p39"/>
          <p:cNvSpPr/>
          <p:nvPr/>
        </p:nvSpPr>
        <p:spPr>
          <a:xfrm>
            <a:off x="4672368" y="3037661"/>
            <a:ext cx="203200" cy="38100"/>
          </a:xfrm>
          <a:custGeom>
            <a:rect b="b" l="l" r="r" t="t"/>
            <a:pathLst>
              <a:path extrusionOk="0" h="38100" w="203200">
                <a:moveTo>
                  <a:pt x="25400" y="0"/>
                </a:moveTo>
                <a:lnTo>
                  <a:pt x="0" y="19050"/>
                </a:lnTo>
                <a:lnTo>
                  <a:pt x="25400" y="38100"/>
                </a:lnTo>
                <a:lnTo>
                  <a:pt x="25400" y="0"/>
                </a:lnTo>
                <a:close/>
              </a:path>
              <a:path extrusionOk="0" h="38100" w="203200">
                <a:moveTo>
                  <a:pt x="177802" y="0"/>
                </a:moveTo>
                <a:lnTo>
                  <a:pt x="177802" y="38100"/>
                </a:lnTo>
                <a:lnTo>
                  <a:pt x="203202" y="19050"/>
                </a:lnTo>
                <a:lnTo>
                  <a:pt x="177802"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 name="Google Shape;43;p39"/>
          <p:cNvSpPr/>
          <p:nvPr/>
        </p:nvSpPr>
        <p:spPr>
          <a:xfrm>
            <a:off x="4748569" y="3031311"/>
            <a:ext cx="50800" cy="50800"/>
          </a:xfrm>
          <a:custGeom>
            <a:rect b="b" l="l" r="r" t="t"/>
            <a:pathLst>
              <a:path extrusionOk="0" h="50800" w="50800">
                <a:moveTo>
                  <a:pt x="0" y="0"/>
                </a:moveTo>
                <a:lnTo>
                  <a:pt x="38100" y="0"/>
                </a:lnTo>
              </a:path>
              <a:path extrusionOk="0" h="50800" w="50800">
                <a:moveTo>
                  <a:pt x="12700" y="25400"/>
                </a:moveTo>
                <a:lnTo>
                  <a:pt x="50800" y="25400"/>
                </a:lnTo>
              </a:path>
              <a:path extrusionOk="0" h="50800" w="50800">
                <a:moveTo>
                  <a:pt x="0" y="38100"/>
                </a:moveTo>
                <a:lnTo>
                  <a:pt x="38100" y="38100"/>
                </a:lnTo>
              </a:path>
              <a:path extrusionOk="0" h="50800" w="50800">
                <a:moveTo>
                  <a:pt x="12700" y="50800"/>
                </a:moveTo>
                <a:lnTo>
                  <a:pt x="50800" y="50800"/>
                </a:lnTo>
              </a:path>
            </a:pathLst>
          </a:custGeom>
          <a:noFill/>
          <a:ln cap="flat" cmpd="sng" w="9525">
            <a:solidFill>
              <a:srgbClr val="D2DBE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 name="Google Shape;44;p39"/>
          <p:cNvSpPr/>
          <p:nvPr/>
        </p:nvSpPr>
        <p:spPr>
          <a:xfrm>
            <a:off x="5023232" y="3031311"/>
            <a:ext cx="50800" cy="25400"/>
          </a:xfrm>
          <a:custGeom>
            <a:rect b="b" l="l" r="r" t="t"/>
            <a:pathLst>
              <a:path extrusionOk="0" h="25400" w="50800">
                <a:moveTo>
                  <a:pt x="0" y="0"/>
                </a:moveTo>
                <a:lnTo>
                  <a:pt x="38100" y="0"/>
                </a:lnTo>
              </a:path>
              <a:path extrusionOk="0" h="25400" w="50800">
                <a:moveTo>
                  <a:pt x="12700" y="12700"/>
                </a:moveTo>
                <a:lnTo>
                  <a:pt x="50800" y="12700"/>
                </a:lnTo>
              </a:path>
              <a:path extrusionOk="0" h="25400" w="50800">
                <a:moveTo>
                  <a:pt x="12700" y="25400"/>
                </a:moveTo>
                <a:lnTo>
                  <a:pt x="50800" y="2540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 name="Google Shape;45;p39"/>
          <p:cNvSpPr/>
          <p:nvPr/>
        </p:nvSpPr>
        <p:spPr>
          <a:xfrm>
            <a:off x="4947031" y="3037661"/>
            <a:ext cx="203200" cy="38100"/>
          </a:xfrm>
          <a:custGeom>
            <a:rect b="b" l="l" r="r" t="t"/>
            <a:pathLst>
              <a:path extrusionOk="0" h="38100" w="203200">
                <a:moveTo>
                  <a:pt x="25400" y="0"/>
                </a:moveTo>
                <a:lnTo>
                  <a:pt x="0" y="19050"/>
                </a:lnTo>
                <a:lnTo>
                  <a:pt x="25400" y="38100"/>
                </a:lnTo>
                <a:lnTo>
                  <a:pt x="25400" y="0"/>
                </a:lnTo>
                <a:close/>
              </a:path>
              <a:path extrusionOk="0" h="38100" w="203200">
                <a:moveTo>
                  <a:pt x="177802" y="0"/>
                </a:moveTo>
                <a:lnTo>
                  <a:pt x="177802" y="38100"/>
                </a:lnTo>
                <a:lnTo>
                  <a:pt x="203202" y="19050"/>
                </a:lnTo>
                <a:lnTo>
                  <a:pt x="177802"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 name="Google Shape;46;p39"/>
          <p:cNvSpPr/>
          <p:nvPr/>
        </p:nvSpPr>
        <p:spPr>
          <a:xfrm>
            <a:off x="5023232" y="3069412"/>
            <a:ext cx="50800" cy="12700"/>
          </a:xfrm>
          <a:custGeom>
            <a:rect b="b" l="l" r="r" t="t"/>
            <a:pathLst>
              <a:path extrusionOk="0" h="12700" w="50800">
                <a:moveTo>
                  <a:pt x="0" y="0"/>
                </a:moveTo>
                <a:lnTo>
                  <a:pt x="38100" y="0"/>
                </a:lnTo>
              </a:path>
              <a:path extrusionOk="0" h="12700" w="50800">
                <a:moveTo>
                  <a:pt x="12700" y="12699"/>
                </a:moveTo>
                <a:lnTo>
                  <a:pt x="50800" y="12699"/>
                </a:lnTo>
              </a:path>
            </a:pathLst>
          </a:custGeom>
          <a:noFill/>
          <a:ln cap="flat" cmpd="sng" w="9525">
            <a:solidFill>
              <a:srgbClr val="D2DBE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 name="Google Shape;47;p39"/>
          <p:cNvSpPr/>
          <p:nvPr/>
        </p:nvSpPr>
        <p:spPr>
          <a:xfrm>
            <a:off x="5297895" y="3031311"/>
            <a:ext cx="50800" cy="50800"/>
          </a:xfrm>
          <a:custGeom>
            <a:rect b="b" l="l" r="r" t="t"/>
            <a:pathLst>
              <a:path extrusionOk="0" h="50800" w="50800">
                <a:moveTo>
                  <a:pt x="0" y="0"/>
                </a:moveTo>
                <a:lnTo>
                  <a:pt x="38100" y="0"/>
                </a:lnTo>
              </a:path>
              <a:path extrusionOk="0" h="50800" w="50800">
                <a:moveTo>
                  <a:pt x="12700" y="12700"/>
                </a:moveTo>
                <a:lnTo>
                  <a:pt x="50800" y="12700"/>
                </a:lnTo>
              </a:path>
              <a:path extrusionOk="0" h="50800" w="50800">
                <a:moveTo>
                  <a:pt x="12700" y="25400"/>
                </a:moveTo>
                <a:lnTo>
                  <a:pt x="50800" y="25400"/>
                </a:lnTo>
              </a:path>
              <a:path extrusionOk="0" h="50800" w="50800">
                <a:moveTo>
                  <a:pt x="0" y="38100"/>
                </a:moveTo>
                <a:lnTo>
                  <a:pt x="38100" y="38100"/>
                </a:lnTo>
              </a:path>
              <a:path extrusionOk="0" h="50800" w="50800">
                <a:moveTo>
                  <a:pt x="12700" y="50800"/>
                </a:moveTo>
                <a:lnTo>
                  <a:pt x="50800" y="5080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 name="Google Shape;48;p39"/>
          <p:cNvSpPr/>
          <p:nvPr/>
        </p:nvSpPr>
        <p:spPr>
          <a:xfrm>
            <a:off x="5603025" y="3061791"/>
            <a:ext cx="20320" cy="20320"/>
          </a:xfrm>
          <a:custGeom>
            <a:rect b="b" l="l" r="r" t="t"/>
            <a:pathLst>
              <a:path extrusionOk="0" h="20319" w="20320">
                <a:moveTo>
                  <a:pt x="0" y="0"/>
                </a:moveTo>
                <a:lnTo>
                  <a:pt x="20320" y="2032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 name="Google Shape;49;p39"/>
          <p:cNvSpPr/>
          <p:nvPr/>
        </p:nvSpPr>
        <p:spPr>
          <a:xfrm>
            <a:off x="5575961" y="3035297"/>
            <a:ext cx="30480" cy="30480"/>
          </a:xfrm>
          <a:custGeom>
            <a:rect b="b" l="l" r="r" t="t"/>
            <a:pathLst>
              <a:path extrusionOk="0" h="30480" w="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 name="Google Shape;50;p39"/>
          <p:cNvSpPr/>
          <p:nvPr/>
        </p:nvSpPr>
        <p:spPr>
          <a:xfrm>
            <a:off x="5481104" y="3031311"/>
            <a:ext cx="233679" cy="50800"/>
          </a:xfrm>
          <a:custGeom>
            <a:rect b="b" l="l" r="r" t="t"/>
            <a:pathLst>
              <a:path extrusionOk="0" h="50800" w="233679">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extrusionOk="0" h="50800" w="233679">
                <a:moveTo>
                  <a:pt x="30480" y="17780"/>
                </a:moveTo>
                <a:lnTo>
                  <a:pt x="15240" y="30480"/>
                </a:lnTo>
                <a:lnTo>
                  <a:pt x="0" y="17780"/>
                </a:lnTo>
              </a:path>
              <a:path extrusionOk="0" h="50800" w="233679">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extrusionOk="0" h="50800" w="233679">
                <a:moveTo>
                  <a:pt x="233682" y="17780"/>
                </a:moveTo>
                <a:lnTo>
                  <a:pt x="218442" y="30480"/>
                </a:lnTo>
                <a:lnTo>
                  <a:pt x="203202" y="1778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 name="Google Shape;51;p39"/>
          <p:cNvSpPr txBox="1"/>
          <p:nvPr>
            <p:ph idx="11" type="ftr"/>
          </p:nvPr>
        </p:nvSpPr>
        <p:spPr>
          <a:xfrm>
            <a:off x="4422165" y="3120759"/>
            <a:ext cx="508635" cy="12318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6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9"/>
          <p:cNvSpPr txBox="1"/>
          <p:nvPr>
            <p:ph idx="10" type="dt"/>
          </p:nvPr>
        </p:nvSpPr>
        <p:spPr>
          <a:xfrm>
            <a:off x="466267" y="3120759"/>
            <a:ext cx="995044" cy="12318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6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9"/>
          <p:cNvSpPr txBox="1"/>
          <p:nvPr>
            <p:ph idx="12" type="sldNum"/>
          </p:nvPr>
        </p:nvSpPr>
        <p:spPr>
          <a:xfrm>
            <a:off x="5404855" y="3120759"/>
            <a:ext cx="298210" cy="123189"/>
          </a:xfrm>
          <a:prstGeom prst="rect">
            <a:avLst/>
          </a:prstGeom>
          <a:noFill/>
          <a:ln>
            <a:noFill/>
          </a:ln>
        </p:spPr>
        <p:txBody>
          <a:bodyPr anchorCtr="0" anchor="t" bIns="0" lIns="0" spcFirstLastPara="1" rIns="0" wrap="square" tIns="0">
            <a:spAutoFit/>
          </a:bodyPr>
          <a:lstStyle>
            <a:lvl1pPr indent="0" lvl="0"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1pPr>
            <a:lvl2pPr indent="0" lvl="1"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2pPr>
            <a:lvl3pPr indent="0" lvl="2"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3pPr>
            <a:lvl4pPr indent="0" lvl="3"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4pPr>
            <a:lvl5pPr indent="0" lvl="4"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5pPr>
            <a:lvl6pPr indent="0" lvl="5"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6pPr>
            <a:lvl7pPr indent="0" lvl="6"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7pPr>
            <a:lvl8pPr indent="0" lvl="7"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8pPr>
            <a:lvl9pPr indent="0" lvl="8"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9pPr>
          </a:lstStyle>
          <a:p>
            <a:pPr indent="0" lvl="0" marL="81280" rtl="0" algn="l">
              <a:spcBef>
                <a:spcPts val="0"/>
              </a:spcBef>
              <a:spcAft>
                <a:spcPts val="0"/>
              </a:spcAft>
              <a:buNone/>
            </a:pPr>
            <a:fld id="{00000000-1234-1234-1234-123412341234}" type="slidenum">
              <a:rPr lang="en-US"/>
              <a:t>‹#›</a:t>
            </a:fld>
            <a:r>
              <a:rPr lang="en-US"/>
              <a:t> / 28</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4" name="Shape 54"/>
        <p:cNvGrpSpPr/>
        <p:nvPr/>
      </p:nvGrpSpPr>
      <p:grpSpPr>
        <a:xfrm>
          <a:off x="0" y="0"/>
          <a:ext cx="0" cy="0"/>
          <a:chOff x="0" y="0"/>
          <a:chExt cx="0" cy="0"/>
        </a:xfrm>
      </p:grpSpPr>
      <p:sp>
        <p:nvSpPr>
          <p:cNvPr id="55" name="Google Shape;55;p43"/>
          <p:cNvSpPr txBox="1"/>
          <p:nvPr>
            <p:ph type="ctrTitle"/>
          </p:nvPr>
        </p:nvSpPr>
        <p:spPr>
          <a:xfrm>
            <a:off x="432435" y="1005903"/>
            <a:ext cx="4900930" cy="681418"/>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4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3"/>
          <p:cNvSpPr txBox="1"/>
          <p:nvPr>
            <p:ph idx="1" type="subTitle"/>
          </p:nvPr>
        </p:nvSpPr>
        <p:spPr>
          <a:xfrm>
            <a:off x="864870" y="1817116"/>
            <a:ext cx="4036060" cy="811212"/>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3"/>
          <p:cNvSpPr txBox="1"/>
          <p:nvPr>
            <p:ph idx="11" type="ftr"/>
          </p:nvPr>
        </p:nvSpPr>
        <p:spPr>
          <a:xfrm>
            <a:off x="4422165" y="3120759"/>
            <a:ext cx="508635" cy="12318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6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43"/>
          <p:cNvSpPr txBox="1"/>
          <p:nvPr>
            <p:ph idx="10" type="dt"/>
          </p:nvPr>
        </p:nvSpPr>
        <p:spPr>
          <a:xfrm>
            <a:off x="466267" y="3120759"/>
            <a:ext cx="995044" cy="12318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6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43"/>
          <p:cNvSpPr txBox="1"/>
          <p:nvPr>
            <p:ph idx="12" type="sldNum"/>
          </p:nvPr>
        </p:nvSpPr>
        <p:spPr>
          <a:xfrm>
            <a:off x="5404855" y="3120759"/>
            <a:ext cx="298210" cy="123189"/>
          </a:xfrm>
          <a:prstGeom prst="rect">
            <a:avLst/>
          </a:prstGeom>
          <a:noFill/>
          <a:ln>
            <a:noFill/>
          </a:ln>
        </p:spPr>
        <p:txBody>
          <a:bodyPr anchorCtr="0" anchor="t" bIns="0" lIns="0" spcFirstLastPara="1" rIns="0" wrap="square" tIns="0">
            <a:spAutoFit/>
          </a:bodyPr>
          <a:lstStyle>
            <a:lvl1pPr indent="0" lvl="0"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1pPr>
            <a:lvl2pPr indent="0" lvl="1"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2pPr>
            <a:lvl3pPr indent="0" lvl="2"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3pPr>
            <a:lvl4pPr indent="0" lvl="3"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4pPr>
            <a:lvl5pPr indent="0" lvl="4"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5pPr>
            <a:lvl6pPr indent="0" lvl="5"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6pPr>
            <a:lvl7pPr indent="0" lvl="6"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7pPr>
            <a:lvl8pPr indent="0" lvl="7"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8pPr>
            <a:lvl9pPr indent="0" lvl="8"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9pPr>
          </a:lstStyle>
          <a:p>
            <a:pPr indent="0" lvl="0" marL="81280" rtl="0" algn="l">
              <a:spcBef>
                <a:spcPts val="0"/>
              </a:spcBef>
              <a:spcAft>
                <a:spcPts val="0"/>
              </a:spcAft>
              <a:buNone/>
            </a:pPr>
            <a:fld id="{00000000-1234-1234-1234-123412341234}" type="slidenum">
              <a:rPr lang="en-US"/>
              <a:t>‹#›</a:t>
            </a:fld>
            <a:r>
              <a:rPr lang="en-US"/>
              <a:t> / 28</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60" name="Shape 60"/>
        <p:cNvGrpSpPr/>
        <p:nvPr/>
      </p:nvGrpSpPr>
      <p:grpSpPr>
        <a:xfrm>
          <a:off x="0" y="0"/>
          <a:ext cx="0" cy="0"/>
          <a:chOff x="0" y="0"/>
          <a:chExt cx="0" cy="0"/>
        </a:xfrm>
      </p:grpSpPr>
      <p:sp>
        <p:nvSpPr>
          <p:cNvPr id="61" name="Google Shape;61;p44"/>
          <p:cNvSpPr txBox="1"/>
          <p:nvPr>
            <p:ph type="title"/>
          </p:nvPr>
        </p:nvSpPr>
        <p:spPr>
          <a:xfrm>
            <a:off x="95300" y="58607"/>
            <a:ext cx="1591945" cy="2444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4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44"/>
          <p:cNvSpPr txBox="1"/>
          <p:nvPr>
            <p:ph idx="1" type="body"/>
          </p:nvPr>
        </p:nvSpPr>
        <p:spPr>
          <a:xfrm>
            <a:off x="288290" y="746315"/>
            <a:ext cx="2508123" cy="2141601"/>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3" name="Google Shape;63;p44"/>
          <p:cNvSpPr txBox="1"/>
          <p:nvPr>
            <p:ph idx="2" type="body"/>
          </p:nvPr>
        </p:nvSpPr>
        <p:spPr>
          <a:xfrm>
            <a:off x="2969387" y="746315"/>
            <a:ext cx="2508123" cy="2141601"/>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4" name="Google Shape;64;p44"/>
          <p:cNvSpPr txBox="1"/>
          <p:nvPr>
            <p:ph idx="11" type="ftr"/>
          </p:nvPr>
        </p:nvSpPr>
        <p:spPr>
          <a:xfrm>
            <a:off x="4422165" y="3120759"/>
            <a:ext cx="508635" cy="12318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6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44"/>
          <p:cNvSpPr txBox="1"/>
          <p:nvPr>
            <p:ph idx="10" type="dt"/>
          </p:nvPr>
        </p:nvSpPr>
        <p:spPr>
          <a:xfrm>
            <a:off x="466267" y="3120759"/>
            <a:ext cx="995044" cy="12318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6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4"/>
          <p:cNvSpPr txBox="1"/>
          <p:nvPr>
            <p:ph idx="12" type="sldNum"/>
          </p:nvPr>
        </p:nvSpPr>
        <p:spPr>
          <a:xfrm>
            <a:off x="5404855" y="3120759"/>
            <a:ext cx="298210" cy="123189"/>
          </a:xfrm>
          <a:prstGeom prst="rect">
            <a:avLst/>
          </a:prstGeom>
          <a:noFill/>
          <a:ln>
            <a:noFill/>
          </a:ln>
        </p:spPr>
        <p:txBody>
          <a:bodyPr anchorCtr="0" anchor="t" bIns="0" lIns="0" spcFirstLastPara="1" rIns="0" wrap="square" tIns="0">
            <a:spAutoFit/>
          </a:bodyPr>
          <a:lstStyle>
            <a:lvl1pPr indent="0" lvl="0"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1pPr>
            <a:lvl2pPr indent="0" lvl="1"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2pPr>
            <a:lvl3pPr indent="0" lvl="2"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3pPr>
            <a:lvl4pPr indent="0" lvl="3"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4pPr>
            <a:lvl5pPr indent="0" lvl="4"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5pPr>
            <a:lvl6pPr indent="0" lvl="5"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6pPr>
            <a:lvl7pPr indent="0" lvl="6"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7pPr>
            <a:lvl8pPr indent="0" lvl="7"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8pPr>
            <a:lvl9pPr indent="0" lvl="8"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9pPr>
          </a:lstStyle>
          <a:p>
            <a:pPr indent="0" lvl="0" marL="81280" rtl="0" algn="l">
              <a:spcBef>
                <a:spcPts val="0"/>
              </a:spcBef>
              <a:spcAft>
                <a:spcPts val="0"/>
              </a:spcAft>
              <a:buNone/>
            </a:pPr>
            <a:fld id="{00000000-1234-1234-1234-123412341234}" type="slidenum">
              <a:rPr lang="en-US"/>
              <a:t>‹#›</a:t>
            </a:fld>
            <a:r>
              <a:rPr lang="en-US"/>
              <a:t> / 28</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67" name="Shape 67"/>
        <p:cNvGrpSpPr/>
        <p:nvPr/>
      </p:nvGrpSpPr>
      <p:grpSpPr>
        <a:xfrm>
          <a:off x="0" y="0"/>
          <a:ext cx="0" cy="0"/>
          <a:chOff x="0" y="0"/>
          <a:chExt cx="0" cy="0"/>
        </a:xfrm>
      </p:grpSpPr>
      <p:sp>
        <p:nvSpPr>
          <p:cNvPr id="68" name="Google Shape;68;p45"/>
          <p:cNvSpPr txBox="1"/>
          <p:nvPr>
            <p:ph type="title"/>
          </p:nvPr>
        </p:nvSpPr>
        <p:spPr>
          <a:xfrm>
            <a:off x="95300" y="58607"/>
            <a:ext cx="1591945" cy="2444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4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45"/>
          <p:cNvSpPr txBox="1"/>
          <p:nvPr>
            <p:ph idx="11" type="ftr"/>
          </p:nvPr>
        </p:nvSpPr>
        <p:spPr>
          <a:xfrm>
            <a:off x="4422165" y="3120759"/>
            <a:ext cx="508635" cy="12318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6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5"/>
          <p:cNvSpPr txBox="1"/>
          <p:nvPr>
            <p:ph idx="10" type="dt"/>
          </p:nvPr>
        </p:nvSpPr>
        <p:spPr>
          <a:xfrm>
            <a:off x="466267" y="3120759"/>
            <a:ext cx="995044" cy="12318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6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5"/>
          <p:cNvSpPr txBox="1"/>
          <p:nvPr>
            <p:ph idx="12" type="sldNum"/>
          </p:nvPr>
        </p:nvSpPr>
        <p:spPr>
          <a:xfrm>
            <a:off x="5404855" y="3120759"/>
            <a:ext cx="298210" cy="123189"/>
          </a:xfrm>
          <a:prstGeom prst="rect">
            <a:avLst/>
          </a:prstGeom>
          <a:noFill/>
          <a:ln>
            <a:noFill/>
          </a:ln>
        </p:spPr>
        <p:txBody>
          <a:bodyPr anchorCtr="0" anchor="t" bIns="0" lIns="0" spcFirstLastPara="1" rIns="0" wrap="square" tIns="0">
            <a:spAutoFit/>
          </a:bodyPr>
          <a:lstStyle>
            <a:lvl1pPr indent="0" lvl="0"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1pPr>
            <a:lvl2pPr indent="0" lvl="1"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2pPr>
            <a:lvl3pPr indent="0" lvl="2"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3pPr>
            <a:lvl4pPr indent="0" lvl="3"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4pPr>
            <a:lvl5pPr indent="0" lvl="4"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5pPr>
            <a:lvl6pPr indent="0" lvl="5"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6pPr>
            <a:lvl7pPr indent="0" lvl="6"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7pPr>
            <a:lvl8pPr indent="0" lvl="7"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8pPr>
            <a:lvl9pPr indent="0" lvl="8"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9pPr>
          </a:lstStyle>
          <a:p>
            <a:pPr indent="0" lvl="0" marL="81280" rtl="0" algn="l">
              <a:spcBef>
                <a:spcPts val="0"/>
              </a:spcBef>
              <a:spcAft>
                <a:spcPts val="0"/>
              </a:spcAft>
              <a:buNone/>
            </a:pPr>
            <a:fld id="{00000000-1234-1234-1234-123412341234}" type="slidenum">
              <a:rPr lang="en-US"/>
              <a:t>‹#›</a:t>
            </a:fld>
            <a:r>
              <a:rPr lang="en-US"/>
              <a:t> / 28</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5" name="Shape 95"/>
        <p:cNvGrpSpPr/>
        <p:nvPr/>
      </p:nvGrpSpPr>
      <p:grpSpPr>
        <a:xfrm>
          <a:off x="0" y="0"/>
          <a:ext cx="0" cy="0"/>
          <a:chOff x="0" y="0"/>
          <a:chExt cx="0" cy="0"/>
        </a:xfrm>
      </p:grpSpPr>
      <p:sp>
        <p:nvSpPr>
          <p:cNvPr id="96" name="Google Shape;96;p41"/>
          <p:cNvSpPr txBox="1"/>
          <p:nvPr>
            <p:ph type="title"/>
          </p:nvPr>
        </p:nvSpPr>
        <p:spPr>
          <a:xfrm>
            <a:off x="95300" y="58607"/>
            <a:ext cx="1591800" cy="24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4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41"/>
          <p:cNvSpPr txBox="1"/>
          <p:nvPr>
            <p:ph idx="1" type="body"/>
          </p:nvPr>
        </p:nvSpPr>
        <p:spPr>
          <a:xfrm>
            <a:off x="288290" y="746315"/>
            <a:ext cx="5189100" cy="214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8" name="Google Shape;98;p41"/>
          <p:cNvSpPr txBox="1"/>
          <p:nvPr>
            <p:ph idx="11" type="ftr"/>
          </p:nvPr>
        </p:nvSpPr>
        <p:spPr>
          <a:xfrm>
            <a:off x="4422165" y="3120759"/>
            <a:ext cx="508500" cy="123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6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41"/>
          <p:cNvSpPr txBox="1"/>
          <p:nvPr>
            <p:ph idx="10" type="dt"/>
          </p:nvPr>
        </p:nvSpPr>
        <p:spPr>
          <a:xfrm>
            <a:off x="466267" y="3120759"/>
            <a:ext cx="995100" cy="123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6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41"/>
          <p:cNvSpPr txBox="1"/>
          <p:nvPr>
            <p:ph idx="12" type="sldNum"/>
          </p:nvPr>
        </p:nvSpPr>
        <p:spPr>
          <a:xfrm>
            <a:off x="5404855" y="3120759"/>
            <a:ext cx="298200" cy="92400"/>
          </a:xfrm>
          <a:prstGeom prst="rect">
            <a:avLst/>
          </a:prstGeom>
          <a:noFill/>
          <a:ln>
            <a:noFill/>
          </a:ln>
        </p:spPr>
        <p:txBody>
          <a:bodyPr anchorCtr="0" anchor="t" bIns="0" lIns="0" spcFirstLastPara="1" rIns="0" wrap="square" tIns="0">
            <a:spAutoFit/>
          </a:bodyPr>
          <a:lstStyle>
            <a:lvl1pPr indent="0" lvl="0"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1pPr>
            <a:lvl2pPr indent="0" lvl="1"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2pPr>
            <a:lvl3pPr indent="0" lvl="2"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3pPr>
            <a:lvl4pPr indent="0" lvl="3"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4pPr>
            <a:lvl5pPr indent="0" lvl="4"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5pPr>
            <a:lvl6pPr indent="0" lvl="5"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6pPr>
            <a:lvl7pPr indent="0" lvl="6"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7pPr>
            <a:lvl8pPr indent="0" lvl="7"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8pPr>
            <a:lvl9pPr indent="0" lvl="8"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9pPr>
          </a:lstStyle>
          <a:p>
            <a:pPr indent="0" lvl="0" marL="81280" rtl="0" algn="l">
              <a:spcBef>
                <a:spcPts val="0"/>
              </a:spcBef>
              <a:spcAft>
                <a:spcPts val="0"/>
              </a:spcAft>
              <a:buNone/>
            </a:pPr>
            <a:fld id="{00000000-1234-1234-1234-123412341234}" type="slidenum">
              <a:rPr lang="en-US"/>
              <a:t>‹#›</a:t>
            </a:fld>
            <a:r>
              <a:rPr lang="en-US"/>
              <a:t> / 28</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chemeClr val="lt1"/>
        </a:solidFill>
      </p:bgPr>
    </p:bg>
    <p:spTree>
      <p:nvGrpSpPr>
        <p:cNvPr id="101" name="Shape 101"/>
        <p:cNvGrpSpPr/>
        <p:nvPr/>
      </p:nvGrpSpPr>
      <p:grpSpPr>
        <a:xfrm>
          <a:off x="0" y="0"/>
          <a:ext cx="0" cy="0"/>
          <a:chOff x="0" y="0"/>
          <a:chExt cx="0" cy="0"/>
        </a:xfrm>
      </p:grpSpPr>
      <p:pic>
        <p:nvPicPr>
          <p:cNvPr id="102" name="Google Shape;102;p42"/>
          <p:cNvPicPr preferRelativeResize="0"/>
          <p:nvPr/>
        </p:nvPicPr>
        <p:blipFill rotWithShape="1">
          <a:blip r:embed="rId2">
            <a:alphaModFix/>
          </a:blip>
          <a:srcRect b="0" l="0" r="0" t="0"/>
          <a:stretch/>
        </p:blipFill>
        <p:spPr>
          <a:xfrm>
            <a:off x="0" y="0"/>
            <a:ext cx="5759988" cy="3239998"/>
          </a:xfrm>
          <a:prstGeom prst="rect">
            <a:avLst/>
          </a:prstGeom>
          <a:noFill/>
          <a:ln>
            <a:noFill/>
          </a:ln>
        </p:spPr>
      </p:pic>
      <p:sp>
        <p:nvSpPr>
          <p:cNvPr id="103" name="Google Shape;103;p42"/>
          <p:cNvSpPr/>
          <p:nvPr/>
        </p:nvSpPr>
        <p:spPr>
          <a:xfrm>
            <a:off x="4202672" y="3041623"/>
            <a:ext cx="43179" cy="30480"/>
          </a:xfrm>
          <a:custGeom>
            <a:rect b="b" l="l" r="r" t="t"/>
            <a:pathLst>
              <a:path extrusionOk="0" h="30480" w="43179">
                <a:moveTo>
                  <a:pt x="0" y="30366"/>
                </a:moveTo>
                <a:lnTo>
                  <a:pt x="43019" y="30366"/>
                </a:lnTo>
                <a:lnTo>
                  <a:pt x="43019" y="0"/>
                </a:lnTo>
                <a:lnTo>
                  <a:pt x="0" y="0"/>
                </a:lnTo>
                <a:lnTo>
                  <a:pt x="0" y="30366"/>
                </a:lnTo>
                <a:close/>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 name="Google Shape;104;p42"/>
          <p:cNvSpPr/>
          <p:nvPr/>
        </p:nvSpPr>
        <p:spPr>
          <a:xfrm>
            <a:off x="4123055" y="3037661"/>
            <a:ext cx="25400" cy="38100"/>
          </a:xfrm>
          <a:custGeom>
            <a:rect b="b" l="l" r="r" t="t"/>
            <a:pathLst>
              <a:path extrusionOk="0" h="38100" w="25400">
                <a:moveTo>
                  <a:pt x="25400" y="0"/>
                </a:moveTo>
                <a:lnTo>
                  <a:pt x="0" y="19050"/>
                </a:lnTo>
                <a:lnTo>
                  <a:pt x="25400" y="38100"/>
                </a:lnTo>
                <a:lnTo>
                  <a:pt x="25400"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 name="Google Shape;105;p42"/>
          <p:cNvSpPr/>
          <p:nvPr/>
        </p:nvSpPr>
        <p:spPr>
          <a:xfrm>
            <a:off x="4300857" y="3037661"/>
            <a:ext cx="25400" cy="38100"/>
          </a:xfrm>
          <a:custGeom>
            <a:rect b="b" l="l" r="r" t="t"/>
            <a:pathLst>
              <a:path extrusionOk="0" h="38100" w="25400">
                <a:moveTo>
                  <a:pt x="0" y="0"/>
                </a:moveTo>
                <a:lnTo>
                  <a:pt x="0" y="38100"/>
                </a:lnTo>
                <a:lnTo>
                  <a:pt x="25400" y="19050"/>
                </a:lnTo>
                <a:lnTo>
                  <a:pt x="0"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 name="Google Shape;106;p42"/>
          <p:cNvSpPr/>
          <p:nvPr/>
        </p:nvSpPr>
        <p:spPr>
          <a:xfrm>
            <a:off x="4460874" y="3031311"/>
            <a:ext cx="64135" cy="50800"/>
          </a:xfrm>
          <a:custGeom>
            <a:rect b="b" l="l" r="r" t="t"/>
            <a:pathLst>
              <a:path extrusionOk="0" h="50800" w="64135">
                <a:moveTo>
                  <a:pt x="0" y="50800"/>
                </a:moveTo>
                <a:lnTo>
                  <a:pt x="43019" y="50800"/>
                </a:lnTo>
                <a:lnTo>
                  <a:pt x="43019" y="20434"/>
                </a:lnTo>
                <a:lnTo>
                  <a:pt x="0" y="20434"/>
                </a:lnTo>
                <a:lnTo>
                  <a:pt x="0" y="50800"/>
                </a:lnTo>
                <a:close/>
              </a:path>
              <a:path extrusionOk="0" h="50800" w="64135">
                <a:moveTo>
                  <a:pt x="10491" y="20320"/>
                </a:moveTo>
                <a:lnTo>
                  <a:pt x="10491" y="10160"/>
                </a:lnTo>
                <a:lnTo>
                  <a:pt x="53672" y="10160"/>
                </a:lnTo>
                <a:lnTo>
                  <a:pt x="53672" y="40640"/>
                </a:lnTo>
                <a:lnTo>
                  <a:pt x="43512" y="40640"/>
                </a:lnTo>
              </a:path>
              <a:path extrusionOk="0" h="50800" w="64135">
                <a:moveTo>
                  <a:pt x="20652" y="10160"/>
                </a:moveTo>
                <a:lnTo>
                  <a:pt x="20652" y="0"/>
                </a:lnTo>
                <a:lnTo>
                  <a:pt x="63832" y="0"/>
                </a:lnTo>
                <a:lnTo>
                  <a:pt x="63832" y="30480"/>
                </a:lnTo>
                <a:lnTo>
                  <a:pt x="53672" y="3048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 name="Google Shape;107;p42"/>
          <p:cNvSpPr/>
          <p:nvPr/>
        </p:nvSpPr>
        <p:spPr>
          <a:xfrm>
            <a:off x="4397705" y="3037661"/>
            <a:ext cx="203200" cy="38100"/>
          </a:xfrm>
          <a:custGeom>
            <a:rect b="b" l="l" r="r" t="t"/>
            <a:pathLst>
              <a:path extrusionOk="0" h="38100" w="203200">
                <a:moveTo>
                  <a:pt x="25400" y="0"/>
                </a:moveTo>
                <a:lnTo>
                  <a:pt x="0" y="19050"/>
                </a:lnTo>
                <a:lnTo>
                  <a:pt x="25400" y="38100"/>
                </a:lnTo>
                <a:lnTo>
                  <a:pt x="25400" y="0"/>
                </a:lnTo>
                <a:close/>
              </a:path>
              <a:path extrusionOk="0" h="38100" w="203200">
                <a:moveTo>
                  <a:pt x="177802" y="0"/>
                </a:moveTo>
                <a:lnTo>
                  <a:pt x="177802" y="38100"/>
                </a:lnTo>
                <a:lnTo>
                  <a:pt x="203202" y="19050"/>
                </a:lnTo>
                <a:lnTo>
                  <a:pt x="177802"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 name="Google Shape;108;p42"/>
          <p:cNvSpPr/>
          <p:nvPr/>
        </p:nvSpPr>
        <p:spPr>
          <a:xfrm>
            <a:off x="4761269" y="3044011"/>
            <a:ext cx="38100" cy="0"/>
          </a:xfrm>
          <a:custGeom>
            <a:rect b="b" l="l" r="r" t="t"/>
            <a:pathLst>
              <a:path extrusionOk="0" h="120000" w="38100">
                <a:moveTo>
                  <a:pt x="0" y="0"/>
                </a:moveTo>
                <a:lnTo>
                  <a:pt x="38100" y="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 name="Google Shape;109;p42"/>
          <p:cNvSpPr/>
          <p:nvPr/>
        </p:nvSpPr>
        <p:spPr>
          <a:xfrm>
            <a:off x="4672368" y="3037661"/>
            <a:ext cx="203200" cy="38100"/>
          </a:xfrm>
          <a:custGeom>
            <a:rect b="b" l="l" r="r" t="t"/>
            <a:pathLst>
              <a:path extrusionOk="0" h="38100" w="203200">
                <a:moveTo>
                  <a:pt x="25400" y="0"/>
                </a:moveTo>
                <a:lnTo>
                  <a:pt x="0" y="19050"/>
                </a:lnTo>
                <a:lnTo>
                  <a:pt x="25400" y="38100"/>
                </a:lnTo>
                <a:lnTo>
                  <a:pt x="25400" y="0"/>
                </a:lnTo>
                <a:close/>
              </a:path>
              <a:path extrusionOk="0" h="38100" w="203200">
                <a:moveTo>
                  <a:pt x="177802" y="0"/>
                </a:moveTo>
                <a:lnTo>
                  <a:pt x="177802" y="38100"/>
                </a:lnTo>
                <a:lnTo>
                  <a:pt x="203202" y="19050"/>
                </a:lnTo>
                <a:lnTo>
                  <a:pt x="177802"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 name="Google Shape;110;p42"/>
          <p:cNvSpPr/>
          <p:nvPr/>
        </p:nvSpPr>
        <p:spPr>
          <a:xfrm>
            <a:off x="4748569" y="3031311"/>
            <a:ext cx="50800" cy="50800"/>
          </a:xfrm>
          <a:custGeom>
            <a:rect b="b" l="l" r="r" t="t"/>
            <a:pathLst>
              <a:path extrusionOk="0" h="50800" w="50800">
                <a:moveTo>
                  <a:pt x="0" y="0"/>
                </a:moveTo>
                <a:lnTo>
                  <a:pt x="38100" y="0"/>
                </a:lnTo>
              </a:path>
              <a:path extrusionOk="0" h="50800" w="50800">
                <a:moveTo>
                  <a:pt x="12700" y="25400"/>
                </a:moveTo>
                <a:lnTo>
                  <a:pt x="50800" y="25400"/>
                </a:lnTo>
              </a:path>
              <a:path extrusionOk="0" h="50800" w="50800">
                <a:moveTo>
                  <a:pt x="0" y="38100"/>
                </a:moveTo>
                <a:lnTo>
                  <a:pt x="38100" y="38100"/>
                </a:lnTo>
              </a:path>
              <a:path extrusionOk="0" h="50800" w="50800">
                <a:moveTo>
                  <a:pt x="12700" y="50800"/>
                </a:moveTo>
                <a:lnTo>
                  <a:pt x="50800" y="50800"/>
                </a:lnTo>
              </a:path>
            </a:pathLst>
          </a:custGeom>
          <a:noFill/>
          <a:ln cap="flat" cmpd="sng" w="9525">
            <a:solidFill>
              <a:srgbClr val="D2DBE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 name="Google Shape;111;p42"/>
          <p:cNvSpPr/>
          <p:nvPr/>
        </p:nvSpPr>
        <p:spPr>
          <a:xfrm>
            <a:off x="5023232" y="3031311"/>
            <a:ext cx="50800" cy="25400"/>
          </a:xfrm>
          <a:custGeom>
            <a:rect b="b" l="l" r="r" t="t"/>
            <a:pathLst>
              <a:path extrusionOk="0" h="25400" w="50800">
                <a:moveTo>
                  <a:pt x="0" y="0"/>
                </a:moveTo>
                <a:lnTo>
                  <a:pt x="38100" y="0"/>
                </a:lnTo>
              </a:path>
              <a:path extrusionOk="0" h="25400" w="50800">
                <a:moveTo>
                  <a:pt x="12700" y="12700"/>
                </a:moveTo>
                <a:lnTo>
                  <a:pt x="50800" y="12700"/>
                </a:lnTo>
              </a:path>
              <a:path extrusionOk="0" h="25400" w="50800">
                <a:moveTo>
                  <a:pt x="12700" y="25400"/>
                </a:moveTo>
                <a:lnTo>
                  <a:pt x="50800" y="2540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 name="Google Shape;112;p42"/>
          <p:cNvSpPr/>
          <p:nvPr/>
        </p:nvSpPr>
        <p:spPr>
          <a:xfrm>
            <a:off x="4947031" y="3037661"/>
            <a:ext cx="203200" cy="38100"/>
          </a:xfrm>
          <a:custGeom>
            <a:rect b="b" l="l" r="r" t="t"/>
            <a:pathLst>
              <a:path extrusionOk="0" h="38100" w="203200">
                <a:moveTo>
                  <a:pt x="25400" y="0"/>
                </a:moveTo>
                <a:lnTo>
                  <a:pt x="0" y="19050"/>
                </a:lnTo>
                <a:lnTo>
                  <a:pt x="25400" y="38100"/>
                </a:lnTo>
                <a:lnTo>
                  <a:pt x="25400" y="0"/>
                </a:lnTo>
                <a:close/>
              </a:path>
              <a:path extrusionOk="0" h="38100" w="203200">
                <a:moveTo>
                  <a:pt x="177802" y="0"/>
                </a:moveTo>
                <a:lnTo>
                  <a:pt x="177802" y="38100"/>
                </a:lnTo>
                <a:lnTo>
                  <a:pt x="203202" y="19050"/>
                </a:lnTo>
                <a:lnTo>
                  <a:pt x="177802"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 name="Google Shape;113;p42"/>
          <p:cNvSpPr/>
          <p:nvPr/>
        </p:nvSpPr>
        <p:spPr>
          <a:xfrm>
            <a:off x="5023232" y="3069412"/>
            <a:ext cx="50800" cy="12700"/>
          </a:xfrm>
          <a:custGeom>
            <a:rect b="b" l="l" r="r" t="t"/>
            <a:pathLst>
              <a:path extrusionOk="0" h="12700" w="50800">
                <a:moveTo>
                  <a:pt x="0" y="0"/>
                </a:moveTo>
                <a:lnTo>
                  <a:pt x="38100" y="0"/>
                </a:lnTo>
              </a:path>
              <a:path extrusionOk="0" h="12700" w="50800">
                <a:moveTo>
                  <a:pt x="12700" y="12699"/>
                </a:moveTo>
                <a:lnTo>
                  <a:pt x="50800" y="12699"/>
                </a:lnTo>
              </a:path>
            </a:pathLst>
          </a:custGeom>
          <a:noFill/>
          <a:ln cap="flat" cmpd="sng" w="9525">
            <a:solidFill>
              <a:srgbClr val="D2DBE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4" name="Google Shape;114;p42"/>
          <p:cNvSpPr/>
          <p:nvPr/>
        </p:nvSpPr>
        <p:spPr>
          <a:xfrm>
            <a:off x="5297895" y="3031311"/>
            <a:ext cx="50800" cy="50800"/>
          </a:xfrm>
          <a:custGeom>
            <a:rect b="b" l="l" r="r" t="t"/>
            <a:pathLst>
              <a:path extrusionOk="0" h="50800" w="50800">
                <a:moveTo>
                  <a:pt x="0" y="0"/>
                </a:moveTo>
                <a:lnTo>
                  <a:pt x="38100" y="0"/>
                </a:lnTo>
              </a:path>
              <a:path extrusionOk="0" h="50800" w="50800">
                <a:moveTo>
                  <a:pt x="12700" y="12700"/>
                </a:moveTo>
                <a:lnTo>
                  <a:pt x="50800" y="12700"/>
                </a:lnTo>
              </a:path>
              <a:path extrusionOk="0" h="50800" w="50800">
                <a:moveTo>
                  <a:pt x="12700" y="25400"/>
                </a:moveTo>
                <a:lnTo>
                  <a:pt x="50800" y="25400"/>
                </a:lnTo>
              </a:path>
              <a:path extrusionOk="0" h="50800" w="50800">
                <a:moveTo>
                  <a:pt x="0" y="38100"/>
                </a:moveTo>
                <a:lnTo>
                  <a:pt x="38100" y="38100"/>
                </a:lnTo>
              </a:path>
              <a:path extrusionOk="0" h="50800" w="50800">
                <a:moveTo>
                  <a:pt x="12700" y="50800"/>
                </a:moveTo>
                <a:lnTo>
                  <a:pt x="50800" y="5080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5" name="Google Shape;115;p42"/>
          <p:cNvSpPr/>
          <p:nvPr/>
        </p:nvSpPr>
        <p:spPr>
          <a:xfrm>
            <a:off x="5603025" y="3061791"/>
            <a:ext cx="20320" cy="20319"/>
          </a:xfrm>
          <a:custGeom>
            <a:rect b="b" l="l" r="r" t="t"/>
            <a:pathLst>
              <a:path extrusionOk="0" h="20319" w="20320">
                <a:moveTo>
                  <a:pt x="0" y="0"/>
                </a:moveTo>
                <a:lnTo>
                  <a:pt x="20320" y="2032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 name="Google Shape;116;p42"/>
          <p:cNvSpPr/>
          <p:nvPr/>
        </p:nvSpPr>
        <p:spPr>
          <a:xfrm>
            <a:off x="5575961" y="3035297"/>
            <a:ext cx="30479" cy="30480"/>
          </a:xfrm>
          <a:custGeom>
            <a:rect b="b" l="l" r="r" t="t"/>
            <a:pathLst>
              <a:path extrusionOk="0" h="30480" w="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 name="Google Shape;117;p42"/>
          <p:cNvSpPr/>
          <p:nvPr/>
        </p:nvSpPr>
        <p:spPr>
          <a:xfrm>
            <a:off x="5481104" y="3031311"/>
            <a:ext cx="233679" cy="50800"/>
          </a:xfrm>
          <a:custGeom>
            <a:rect b="b" l="l" r="r" t="t"/>
            <a:pathLst>
              <a:path extrusionOk="0" h="50800" w="233679">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extrusionOk="0" h="50800" w="233679">
                <a:moveTo>
                  <a:pt x="30480" y="17780"/>
                </a:moveTo>
                <a:lnTo>
                  <a:pt x="15240" y="30480"/>
                </a:lnTo>
                <a:lnTo>
                  <a:pt x="0" y="17780"/>
                </a:lnTo>
              </a:path>
              <a:path extrusionOk="0" h="50800" w="233679">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extrusionOk="0" h="50800" w="233679">
                <a:moveTo>
                  <a:pt x="233682" y="17780"/>
                </a:moveTo>
                <a:lnTo>
                  <a:pt x="218442" y="30480"/>
                </a:lnTo>
                <a:lnTo>
                  <a:pt x="203202" y="1778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 name="Google Shape;118;p42"/>
          <p:cNvSpPr txBox="1"/>
          <p:nvPr>
            <p:ph idx="11" type="ftr"/>
          </p:nvPr>
        </p:nvSpPr>
        <p:spPr>
          <a:xfrm>
            <a:off x="4422165" y="3120759"/>
            <a:ext cx="508500" cy="123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6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42"/>
          <p:cNvSpPr txBox="1"/>
          <p:nvPr>
            <p:ph idx="10" type="dt"/>
          </p:nvPr>
        </p:nvSpPr>
        <p:spPr>
          <a:xfrm>
            <a:off x="466267" y="3120759"/>
            <a:ext cx="995100" cy="123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6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42"/>
          <p:cNvSpPr txBox="1"/>
          <p:nvPr>
            <p:ph idx="12" type="sldNum"/>
          </p:nvPr>
        </p:nvSpPr>
        <p:spPr>
          <a:xfrm>
            <a:off x="5404855" y="3120759"/>
            <a:ext cx="298200" cy="92400"/>
          </a:xfrm>
          <a:prstGeom prst="rect">
            <a:avLst/>
          </a:prstGeom>
          <a:noFill/>
          <a:ln>
            <a:noFill/>
          </a:ln>
        </p:spPr>
        <p:txBody>
          <a:bodyPr anchorCtr="0" anchor="t" bIns="0" lIns="0" spcFirstLastPara="1" rIns="0" wrap="square" tIns="0">
            <a:spAutoFit/>
          </a:bodyPr>
          <a:lstStyle>
            <a:lvl1pPr indent="0" lvl="0"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1pPr>
            <a:lvl2pPr indent="0" lvl="1"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2pPr>
            <a:lvl3pPr indent="0" lvl="2"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3pPr>
            <a:lvl4pPr indent="0" lvl="3"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4pPr>
            <a:lvl5pPr indent="0" lvl="4"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5pPr>
            <a:lvl6pPr indent="0" lvl="5"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6pPr>
            <a:lvl7pPr indent="0" lvl="6"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7pPr>
            <a:lvl8pPr indent="0" lvl="7"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8pPr>
            <a:lvl9pPr indent="0" lvl="8"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9pPr>
          </a:lstStyle>
          <a:p>
            <a:pPr indent="0" lvl="0" marL="81280" rtl="0" algn="l">
              <a:spcBef>
                <a:spcPts val="0"/>
              </a:spcBef>
              <a:spcAft>
                <a:spcPts val="0"/>
              </a:spcAft>
              <a:buNone/>
            </a:pPr>
            <a:fld id="{00000000-1234-1234-1234-123412341234}" type="slidenum">
              <a:rPr lang="en-US"/>
              <a:t>‹#›</a:t>
            </a:fld>
            <a:r>
              <a:rPr lang="en-US"/>
              <a:t> / 28</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21" name="Shape 121"/>
        <p:cNvGrpSpPr/>
        <p:nvPr/>
      </p:nvGrpSpPr>
      <p:grpSpPr>
        <a:xfrm>
          <a:off x="0" y="0"/>
          <a:ext cx="0" cy="0"/>
          <a:chOff x="0" y="0"/>
          <a:chExt cx="0" cy="0"/>
        </a:xfrm>
      </p:grpSpPr>
      <p:sp>
        <p:nvSpPr>
          <p:cNvPr id="122" name="Google Shape;122;p46"/>
          <p:cNvSpPr txBox="1"/>
          <p:nvPr>
            <p:ph type="ctrTitle"/>
          </p:nvPr>
        </p:nvSpPr>
        <p:spPr>
          <a:xfrm>
            <a:off x="432435" y="1005903"/>
            <a:ext cx="4900800" cy="681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4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46"/>
          <p:cNvSpPr txBox="1"/>
          <p:nvPr>
            <p:ph idx="1" type="subTitle"/>
          </p:nvPr>
        </p:nvSpPr>
        <p:spPr>
          <a:xfrm>
            <a:off x="864870" y="1817116"/>
            <a:ext cx="4036200" cy="8112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46"/>
          <p:cNvSpPr txBox="1"/>
          <p:nvPr>
            <p:ph idx="11" type="ftr"/>
          </p:nvPr>
        </p:nvSpPr>
        <p:spPr>
          <a:xfrm>
            <a:off x="4422165" y="3120759"/>
            <a:ext cx="508500" cy="123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6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46"/>
          <p:cNvSpPr txBox="1"/>
          <p:nvPr>
            <p:ph idx="10" type="dt"/>
          </p:nvPr>
        </p:nvSpPr>
        <p:spPr>
          <a:xfrm>
            <a:off x="466267" y="3120759"/>
            <a:ext cx="995100" cy="123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6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46"/>
          <p:cNvSpPr txBox="1"/>
          <p:nvPr>
            <p:ph idx="12" type="sldNum"/>
          </p:nvPr>
        </p:nvSpPr>
        <p:spPr>
          <a:xfrm>
            <a:off x="5404855" y="3120759"/>
            <a:ext cx="298200" cy="92400"/>
          </a:xfrm>
          <a:prstGeom prst="rect">
            <a:avLst/>
          </a:prstGeom>
          <a:noFill/>
          <a:ln>
            <a:noFill/>
          </a:ln>
        </p:spPr>
        <p:txBody>
          <a:bodyPr anchorCtr="0" anchor="t" bIns="0" lIns="0" spcFirstLastPara="1" rIns="0" wrap="square" tIns="0">
            <a:spAutoFit/>
          </a:bodyPr>
          <a:lstStyle>
            <a:lvl1pPr indent="0" lvl="0"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1pPr>
            <a:lvl2pPr indent="0" lvl="1"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2pPr>
            <a:lvl3pPr indent="0" lvl="2"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3pPr>
            <a:lvl4pPr indent="0" lvl="3"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4pPr>
            <a:lvl5pPr indent="0" lvl="4"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5pPr>
            <a:lvl6pPr indent="0" lvl="5"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6pPr>
            <a:lvl7pPr indent="0" lvl="6"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7pPr>
            <a:lvl8pPr indent="0" lvl="7"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8pPr>
            <a:lvl9pPr indent="0" lvl="8"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9pPr>
          </a:lstStyle>
          <a:p>
            <a:pPr indent="0" lvl="0" marL="81280" rtl="0" algn="l">
              <a:spcBef>
                <a:spcPts val="0"/>
              </a:spcBef>
              <a:spcAft>
                <a:spcPts val="0"/>
              </a:spcAft>
              <a:buNone/>
            </a:pPr>
            <a:fld id="{00000000-1234-1234-1234-123412341234}" type="slidenum">
              <a:rPr lang="en-US"/>
              <a:t>‹#›</a:t>
            </a:fld>
            <a:r>
              <a:rPr lang="en-US"/>
              <a:t> / 28</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27" name="Shape 127"/>
        <p:cNvGrpSpPr/>
        <p:nvPr/>
      </p:nvGrpSpPr>
      <p:grpSpPr>
        <a:xfrm>
          <a:off x="0" y="0"/>
          <a:ext cx="0" cy="0"/>
          <a:chOff x="0" y="0"/>
          <a:chExt cx="0" cy="0"/>
        </a:xfrm>
      </p:grpSpPr>
      <p:sp>
        <p:nvSpPr>
          <p:cNvPr id="128" name="Google Shape;128;p47"/>
          <p:cNvSpPr txBox="1"/>
          <p:nvPr>
            <p:ph type="title"/>
          </p:nvPr>
        </p:nvSpPr>
        <p:spPr>
          <a:xfrm>
            <a:off x="95300" y="58607"/>
            <a:ext cx="1591800" cy="24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4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47"/>
          <p:cNvSpPr txBox="1"/>
          <p:nvPr>
            <p:ph idx="1" type="body"/>
          </p:nvPr>
        </p:nvSpPr>
        <p:spPr>
          <a:xfrm>
            <a:off x="288290" y="746315"/>
            <a:ext cx="2508000" cy="214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30" name="Google Shape;130;p47"/>
          <p:cNvSpPr txBox="1"/>
          <p:nvPr>
            <p:ph idx="2" type="body"/>
          </p:nvPr>
        </p:nvSpPr>
        <p:spPr>
          <a:xfrm>
            <a:off x="2969387" y="746315"/>
            <a:ext cx="2508000" cy="214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31" name="Google Shape;131;p47"/>
          <p:cNvSpPr txBox="1"/>
          <p:nvPr>
            <p:ph idx="11" type="ftr"/>
          </p:nvPr>
        </p:nvSpPr>
        <p:spPr>
          <a:xfrm>
            <a:off x="4422165" y="3120759"/>
            <a:ext cx="508500" cy="123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6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47"/>
          <p:cNvSpPr txBox="1"/>
          <p:nvPr>
            <p:ph idx="10" type="dt"/>
          </p:nvPr>
        </p:nvSpPr>
        <p:spPr>
          <a:xfrm>
            <a:off x="466267" y="3120759"/>
            <a:ext cx="995100" cy="123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6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47"/>
          <p:cNvSpPr txBox="1"/>
          <p:nvPr>
            <p:ph idx="12" type="sldNum"/>
          </p:nvPr>
        </p:nvSpPr>
        <p:spPr>
          <a:xfrm>
            <a:off x="5404855" y="3120759"/>
            <a:ext cx="298200" cy="92400"/>
          </a:xfrm>
          <a:prstGeom prst="rect">
            <a:avLst/>
          </a:prstGeom>
          <a:noFill/>
          <a:ln>
            <a:noFill/>
          </a:ln>
        </p:spPr>
        <p:txBody>
          <a:bodyPr anchorCtr="0" anchor="t" bIns="0" lIns="0" spcFirstLastPara="1" rIns="0" wrap="square" tIns="0">
            <a:spAutoFit/>
          </a:bodyPr>
          <a:lstStyle>
            <a:lvl1pPr indent="0" lvl="0"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1pPr>
            <a:lvl2pPr indent="0" lvl="1"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2pPr>
            <a:lvl3pPr indent="0" lvl="2"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3pPr>
            <a:lvl4pPr indent="0" lvl="3"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4pPr>
            <a:lvl5pPr indent="0" lvl="4"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5pPr>
            <a:lvl6pPr indent="0" lvl="5"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6pPr>
            <a:lvl7pPr indent="0" lvl="6"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7pPr>
            <a:lvl8pPr indent="0" lvl="7"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8pPr>
            <a:lvl9pPr indent="0" lvl="8"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9pPr>
          </a:lstStyle>
          <a:p>
            <a:pPr indent="0" lvl="0" marL="81280" rtl="0" algn="l">
              <a:spcBef>
                <a:spcPts val="0"/>
              </a:spcBef>
              <a:spcAft>
                <a:spcPts val="0"/>
              </a:spcAft>
              <a:buNone/>
            </a:pPr>
            <a:fld id="{00000000-1234-1234-1234-123412341234}" type="slidenum">
              <a:rPr lang="en-US"/>
              <a:t>‹#›</a:t>
            </a:fld>
            <a:r>
              <a:rPr lang="en-US"/>
              <a:t> / 28</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34" name="Shape 134"/>
        <p:cNvGrpSpPr/>
        <p:nvPr/>
      </p:nvGrpSpPr>
      <p:grpSpPr>
        <a:xfrm>
          <a:off x="0" y="0"/>
          <a:ext cx="0" cy="0"/>
          <a:chOff x="0" y="0"/>
          <a:chExt cx="0" cy="0"/>
        </a:xfrm>
      </p:grpSpPr>
      <p:sp>
        <p:nvSpPr>
          <p:cNvPr id="135" name="Google Shape;135;p48"/>
          <p:cNvSpPr txBox="1"/>
          <p:nvPr>
            <p:ph type="title"/>
          </p:nvPr>
        </p:nvSpPr>
        <p:spPr>
          <a:xfrm>
            <a:off x="95300" y="58607"/>
            <a:ext cx="1591800" cy="24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4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48"/>
          <p:cNvSpPr txBox="1"/>
          <p:nvPr>
            <p:ph idx="11" type="ftr"/>
          </p:nvPr>
        </p:nvSpPr>
        <p:spPr>
          <a:xfrm>
            <a:off x="4422165" y="3120759"/>
            <a:ext cx="508500" cy="123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6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48"/>
          <p:cNvSpPr txBox="1"/>
          <p:nvPr>
            <p:ph idx="10" type="dt"/>
          </p:nvPr>
        </p:nvSpPr>
        <p:spPr>
          <a:xfrm>
            <a:off x="466267" y="3120759"/>
            <a:ext cx="995100" cy="123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6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48"/>
          <p:cNvSpPr txBox="1"/>
          <p:nvPr>
            <p:ph idx="12" type="sldNum"/>
          </p:nvPr>
        </p:nvSpPr>
        <p:spPr>
          <a:xfrm>
            <a:off x="5404855" y="3120759"/>
            <a:ext cx="298200" cy="92400"/>
          </a:xfrm>
          <a:prstGeom prst="rect">
            <a:avLst/>
          </a:prstGeom>
          <a:noFill/>
          <a:ln>
            <a:noFill/>
          </a:ln>
        </p:spPr>
        <p:txBody>
          <a:bodyPr anchorCtr="0" anchor="t" bIns="0" lIns="0" spcFirstLastPara="1" rIns="0" wrap="square" tIns="0">
            <a:spAutoFit/>
          </a:bodyPr>
          <a:lstStyle>
            <a:lvl1pPr indent="0" lvl="0"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1pPr>
            <a:lvl2pPr indent="0" lvl="1"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2pPr>
            <a:lvl3pPr indent="0" lvl="2"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3pPr>
            <a:lvl4pPr indent="0" lvl="3"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4pPr>
            <a:lvl5pPr indent="0" lvl="4"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5pPr>
            <a:lvl6pPr indent="0" lvl="5"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6pPr>
            <a:lvl7pPr indent="0" lvl="6"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7pPr>
            <a:lvl8pPr indent="0" lvl="7"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8pPr>
            <a:lvl9pPr indent="0" lvl="8" marL="81280" marR="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9pPr>
          </a:lstStyle>
          <a:p>
            <a:pPr indent="0" lvl="0" marL="81280" rtl="0" algn="l">
              <a:spcBef>
                <a:spcPts val="0"/>
              </a:spcBef>
              <a:spcAft>
                <a:spcPts val="0"/>
              </a:spcAft>
              <a:buNone/>
            </a:pPr>
            <a:fld id="{00000000-1234-1234-1234-123412341234}" type="slidenum">
              <a:rPr lang="en-US"/>
              <a:t>‹#›</a:t>
            </a:fld>
            <a:r>
              <a:rPr lang="en-US"/>
              <a:t> / 28</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6.xml"/><Relationship Id="rId3" Type="http://schemas.openxmlformats.org/officeDocument/2006/relationships/slideLayout" Target="../slideLayouts/slideLayout7.xml"/><Relationship Id="rId4" Type="http://schemas.openxmlformats.org/officeDocument/2006/relationships/slideLayout" Target="../slideLayouts/slideLayout8.xml"/><Relationship Id="rId5" Type="http://schemas.openxmlformats.org/officeDocument/2006/relationships/slideLayout" Target="../slideLayouts/slideLayout9.xml"/><Relationship Id="rId6" Type="http://schemas.openxmlformats.org/officeDocument/2006/relationships/slideLayout" Target="../slideLayouts/slideLayout10.xml"/><Relationship Id="rId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37"/>
          <p:cNvPicPr preferRelativeResize="0"/>
          <p:nvPr/>
        </p:nvPicPr>
        <p:blipFill rotWithShape="1">
          <a:blip r:embed="rId1">
            <a:alphaModFix/>
          </a:blip>
          <a:srcRect b="0" l="0" r="0" t="0"/>
          <a:stretch/>
        </p:blipFill>
        <p:spPr>
          <a:xfrm>
            <a:off x="0" y="0"/>
            <a:ext cx="5759988" cy="3239998"/>
          </a:xfrm>
          <a:prstGeom prst="rect">
            <a:avLst/>
          </a:prstGeom>
          <a:noFill/>
          <a:ln>
            <a:noFill/>
          </a:ln>
        </p:spPr>
      </p:pic>
      <p:sp>
        <p:nvSpPr>
          <p:cNvPr id="7" name="Google Shape;7;p37"/>
          <p:cNvSpPr/>
          <p:nvPr/>
        </p:nvSpPr>
        <p:spPr>
          <a:xfrm>
            <a:off x="4202672" y="3041623"/>
            <a:ext cx="43180" cy="30480"/>
          </a:xfrm>
          <a:custGeom>
            <a:rect b="b" l="l" r="r" t="t"/>
            <a:pathLst>
              <a:path extrusionOk="0" h="30480" w="43179">
                <a:moveTo>
                  <a:pt x="0" y="30366"/>
                </a:moveTo>
                <a:lnTo>
                  <a:pt x="43019" y="30366"/>
                </a:lnTo>
                <a:lnTo>
                  <a:pt x="43019" y="0"/>
                </a:lnTo>
                <a:lnTo>
                  <a:pt x="0" y="0"/>
                </a:lnTo>
                <a:lnTo>
                  <a:pt x="0" y="30366"/>
                </a:lnTo>
                <a:close/>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 name="Google Shape;8;p37"/>
          <p:cNvSpPr/>
          <p:nvPr/>
        </p:nvSpPr>
        <p:spPr>
          <a:xfrm>
            <a:off x="4123055" y="3037661"/>
            <a:ext cx="25400" cy="38100"/>
          </a:xfrm>
          <a:custGeom>
            <a:rect b="b" l="l" r="r" t="t"/>
            <a:pathLst>
              <a:path extrusionOk="0" h="38100" w="25400">
                <a:moveTo>
                  <a:pt x="25400" y="0"/>
                </a:moveTo>
                <a:lnTo>
                  <a:pt x="0" y="19050"/>
                </a:lnTo>
                <a:lnTo>
                  <a:pt x="25400" y="38100"/>
                </a:lnTo>
                <a:lnTo>
                  <a:pt x="25400"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 name="Google Shape;9;p37"/>
          <p:cNvSpPr/>
          <p:nvPr/>
        </p:nvSpPr>
        <p:spPr>
          <a:xfrm>
            <a:off x="4300857" y="3037661"/>
            <a:ext cx="25400" cy="38100"/>
          </a:xfrm>
          <a:custGeom>
            <a:rect b="b" l="l" r="r" t="t"/>
            <a:pathLst>
              <a:path extrusionOk="0" h="38100" w="25400">
                <a:moveTo>
                  <a:pt x="0" y="0"/>
                </a:moveTo>
                <a:lnTo>
                  <a:pt x="0" y="38100"/>
                </a:lnTo>
                <a:lnTo>
                  <a:pt x="25400" y="19050"/>
                </a:lnTo>
                <a:lnTo>
                  <a:pt x="0"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 name="Google Shape;10;p37"/>
          <p:cNvSpPr/>
          <p:nvPr/>
        </p:nvSpPr>
        <p:spPr>
          <a:xfrm>
            <a:off x="4460874" y="3031311"/>
            <a:ext cx="64135" cy="50800"/>
          </a:xfrm>
          <a:custGeom>
            <a:rect b="b" l="l" r="r" t="t"/>
            <a:pathLst>
              <a:path extrusionOk="0" h="50800" w="64135">
                <a:moveTo>
                  <a:pt x="0" y="50800"/>
                </a:moveTo>
                <a:lnTo>
                  <a:pt x="43019" y="50800"/>
                </a:lnTo>
                <a:lnTo>
                  <a:pt x="43019" y="20434"/>
                </a:lnTo>
                <a:lnTo>
                  <a:pt x="0" y="20434"/>
                </a:lnTo>
                <a:lnTo>
                  <a:pt x="0" y="50800"/>
                </a:lnTo>
                <a:close/>
              </a:path>
              <a:path extrusionOk="0" h="50800" w="64135">
                <a:moveTo>
                  <a:pt x="10491" y="20320"/>
                </a:moveTo>
                <a:lnTo>
                  <a:pt x="10491" y="10160"/>
                </a:lnTo>
                <a:lnTo>
                  <a:pt x="53672" y="10160"/>
                </a:lnTo>
                <a:lnTo>
                  <a:pt x="53672" y="40640"/>
                </a:lnTo>
                <a:lnTo>
                  <a:pt x="43512" y="40640"/>
                </a:lnTo>
              </a:path>
              <a:path extrusionOk="0" h="50800" w="64135">
                <a:moveTo>
                  <a:pt x="20652" y="10160"/>
                </a:moveTo>
                <a:lnTo>
                  <a:pt x="20652" y="0"/>
                </a:lnTo>
                <a:lnTo>
                  <a:pt x="63832" y="0"/>
                </a:lnTo>
                <a:lnTo>
                  <a:pt x="63832" y="30480"/>
                </a:lnTo>
                <a:lnTo>
                  <a:pt x="53672" y="3048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 name="Google Shape;11;p37"/>
          <p:cNvSpPr/>
          <p:nvPr/>
        </p:nvSpPr>
        <p:spPr>
          <a:xfrm>
            <a:off x="4397705" y="3037661"/>
            <a:ext cx="203200" cy="38100"/>
          </a:xfrm>
          <a:custGeom>
            <a:rect b="b" l="l" r="r" t="t"/>
            <a:pathLst>
              <a:path extrusionOk="0" h="38100" w="203200">
                <a:moveTo>
                  <a:pt x="25400" y="0"/>
                </a:moveTo>
                <a:lnTo>
                  <a:pt x="0" y="19050"/>
                </a:lnTo>
                <a:lnTo>
                  <a:pt x="25400" y="38100"/>
                </a:lnTo>
                <a:lnTo>
                  <a:pt x="25400" y="0"/>
                </a:lnTo>
                <a:close/>
              </a:path>
              <a:path extrusionOk="0" h="38100" w="203200">
                <a:moveTo>
                  <a:pt x="177802" y="0"/>
                </a:moveTo>
                <a:lnTo>
                  <a:pt x="177802" y="38100"/>
                </a:lnTo>
                <a:lnTo>
                  <a:pt x="203202" y="19050"/>
                </a:lnTo>
                <a:lnTo>
                  <a:pt x="177802"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 name="Google Shape;12;p37"/>
          <p:cNvSpPr/>
          <p:nvPr/>
        </p:nvSpPr>
        <p:spPr>
          <a:xfrm>
            <a:off x="4761269" y="3044011"/>
            <a:ext cx="38100" cy="0"/>
          </a:xfrm>
          <a:custGeom>
            <a:rect b="b" l="l" r="r" t="t"/>
            <a:pathLst>
              <a:path extrusionOk="0" h="120000" w="38100">
                <a:moveTo>
                  <a:pt x="0" y="0"/>
                </a:moveTo>
                <a:lnTo>
                  <a:pt x="38100" y="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 name="Google Shape;13;p37"/>
          <p:cNvSpPr/>
          <p:nvPr/>
        </p:nvSpPr>
        <p:spPr>
          <a:xfrm>
            <a:off x="4672368" y="3037661"/>
            <a:ext cx="203200" cy="38100"/>
          </a:xfrm>
          <a:custGeom>
            <a:rect b="b" l="l" r="r" t="t"/>
            <a:pathLst>
              <a:path extrusionOk="0" h="38100" w="203200">
                <a:moveTo>
                  <a:pt x="25400" y="0"/>
                </a:moveTo>
                <a:lnTo>
                  <a:pt x="0" y="19050"/>
                </a:lnTo>
                <a:lnTo>
                  <a:pt x="25400" y="38100"/>
                </a:lnTo>
                <a:lnTo>
                  <a:pt x="25400" y="0"/>
                </a:lnTo>
                <a:close/>
              </a:path>
              <a:path extrusionOk="0" h="38100" w="203200">
                <a:moveTo>
                  <a:pt x="177802" y="0"/>
                </a:moveTo>
                <a:lnTo>
                  <a:pt x="177802" y="38100"/>
                </a:lnTo>
                <a:lnTo>
                  <a:pt x="203202" y="19050"/>
                </a:lnTo>
                <a:lnTo>
                  <a:pt x="177802"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 name="Google Shape;14;p37"/>
          <p:cNvSpPr/>
          <p:nvPr/>
        </p:nvSpPr>
        <p:spPr>
          <a:xfrm>
            <a:off x="4748569" y="3031311"/>
            <a:ext cx="50800" cy="50800"/>
          </a:xfrm>
          <a:custGeom>
            <a:rect b="b" l="l" r="r" t="t"/>
            <a:pathLst>
              <a:path extrusionOk="0" h="50800" w="50800">
                <a:moveTo>
                  <a:pt x="0" y="0"/>
                </a:moveTo>
                <a:lnTo>
                  <a:pt x="38100" y="0"/>
                </a:lnTo>
              </a:path>
              <a:path extrusionOk="0" h="50800" w="50800">
                <a:moveTo>
                  <a:pt x="12700" y="25400"/>
                </a:moveTo>
                <a:lnTo>
                  <a:pt x="50800" y="25400"/>
                </a:lnTo>
              </a:path>
              <a:path extrusionOk="0" h="50800" w="50800">
                <a:moveTo>
                  <a:pt x="0" y="38100"/>
                </a:moveTo>
                <a:lnTo>
                  <a:pt x="38100" y="38100"/>
                </a:lnTo>
              </a:path>
              <a:path extrusionOk="0" h="50800" w="50800">
                <a:moveTo>
                  <a:pt x="12700" y="50800"/>
                </a:moveTo>
                <a:lnTo>
                  <a:pt x="50800" y="50800"/>
                </a:lnTo>
              </a:path>
            </a:pathLst>
          </a:custGeom>
          <a:noFill/>
          <a:ln cap="flat" cmpd="sng" w="9525">
            <a:solidFill>
              <a:srgbClr val="D2DBE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 name="Google Shape;15;p37"/>
          <p:cNvSpPr/>
          <p:nvPr/>
        </p:nvSpPr>
        <p:spPr>
          <a:xfrm>
            <a:off x="5023232" y="3031311"/>
            <a:ext cx="50800" cy="25400"/>
          </a:xfrm>
          <a:custGeom>
            <a:rect b="b" l="l" r="r" t="t"/>
            <a:pathLst>
              <a:path extrusionOk="0" h="25400" w="50800">
                <a:moveTo>
                  <a:pt x="0" y="0"/>
                </a:moveTo>
                <a:lnTo>
                  <a:pt x="38100" y="0"/>
                </a:lnTo>
              </a:path>
              <a:path extrusionOk="0" h="25400" w="50800">
                <a:moveTo>
                  <a:pt x="12700" y="12700"/>
                </a:moveTo>
                <a:lnTo>
                  <a:pt x="50800" y="12700"/>
                </a:lnTo>
              </a:path>
              <a:path extrusionOk="0" h="25400" w="50800">
                <a:moveTo>
                  <a:pt x="12700" y="25400"/>
                </a:moveTo>
                <a:lnTo>
                  <a:pt x="50800" y="2540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 name="Google Shape;16;p37"/>
          <p:cNvSpPr/>
          <p:nvPr/>
        </p:nvSpPr>
        <p:spPr>
          <a:xfrm>
            <a:off x="4947031" y="3037661"/>
            <a:ext cx="203200" cy="38100"/>
          </a:xfrm>
          <a:custGeom>
            <a:rect b="b" l="l" r="r" t="t"/>
            <a:pathLst>
              <a:path extrusionOk="0" h="38100" w="203200">
                <a:moveTo>
                  <a:pt x="25400" y="0"/>
                </a:moveTo>
                <a:lnTo>
                  <a:pt x="0" y="19050"/>
                </a:lnTo>
                <a:lnTo>
                  <a:pt x="25400" y="38100"/>
                </a:lnTo>
                <a:lnTo>
                  <a:pt x="25400" y="0"/>
                </a:lnTo>
                <a:close/>
              </a:path>
              <a:path extrusionOk="0" h="38100" w="203200">
                <a:moveTo>
                  <a:pt x="177802" y="0"/>
                </a:moveTo>
                <a:lnTo>
                  <a:pt x="177802" y="38100"/>
                </a:lnTo>
                <a:lnTo>
                  <a:pt x="203202" y="19050"/>
                </a:lnTo>
                <a:lnTo>
                  <a:pt x="177802"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 name="Google Shape;17;p37"/>
          <p:cNvSpPr/>
          <p:nvPr/>
        </p:nvSpPr>
        <p:spPr>
          <a:xfrm>
            <a:off x="5023232" y="3069412"/>
            <a:ext cx="50800" cy="12700"/>
          </a:xfrm>
          <a:custGeom>
            <a:rect b="b" l="l" r="r" t="t"/>
            <a:pathLst>
              <a:path extrusionOk="0" h="12700" w="50800">
                <a:moveTo>
                  <a:pt x="0" y="0"/>
                </a:moveTo>
                <a:lnTo>
                  <a:pt x="38100" y="0"/>
                </a:lnTo>
              </a:path>
              <a:path extrusionOk="0" h="12700" w="50800">
                <a:moveTo>
                  <a:pt x="12700" y="12699"/>
                </a:moveTo>
                <a:lnTo>
                  <a:pt x="50800" y="12699"/>
                </a:lnTo>
              </a:path>
            </a:pathLst>
          </a:custGeom>
          <a:noFill/>
          <a:ln cap="flat" cmpd="sng" w="9525">
            <a:solidFill>
              <a:srgbClr val="D2DBE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 name="Google Shape;18;p37"/>
          <p:cNvSpPr/>
          <p:nvPr/>
        </p:nvSpPr>
        <p:spPr>
          <a:xfrm>
            <a:off x="5297895" y="3031311"/>
            <a:ext cx="50800" cy="50800"/>
          </a:xfrm>
          <a:custGeom>
            <a:rect b="b" l="l" r="r" t="t"/>
            <a:pathLst>
              <a:path extrusionOk="0" h="50800" w="50800">
                <a:moveTo>
                  <a:pt x="0" y="0"/>
                </a:moveTo>
                <a:lnTo>
                  <a:pt x="38100" y="0"/>
                </a:lnTo>
              </a:path>
              <a:path extrusionOk="0" h="50800" w="50800">
                <a:moveTo>
                  <a:pt x="12700" y="12700"/>
                </a:moveTo>
                <a:lnTo>
                  <a:pt x="50800" y="12700"/>
                </a:lnTo>
              </a:path>
              <a:path extrusionOk="0" h="50800" w="50800">
                <a:moveTo>
                  <a:pt x="12700" y="25400"/>
                </a:moveTo>
                <a:lnTo>
                  <a:pt x="50800" y="25400"/>
                </a:lnTo>
              </a:path>
              <a:path extrusionOk="0" h="50800" w="50800">
                <a:moveTo>
                  <a:pt x="0" y="38100"/>
                </a:moveTo>
                <a:lnTo>
                  <a:pt x="38100" y="38100"/>
                </a:lnTo>
              </a:path>
              <a:path extrusionOk="0" h="50800" w="50800">
                <a:moveTo>
                  <a:pt x="12700" y="50800"/>
                </a:moveTo>
                <a:lnTo>
                  <a:pt x="50800" y="5080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 name="Google Shape;19;p37"/>
          <p:cNvSpPr/>
          <p:nvPr/>
        </p:nvSpPr>
        <p:spPr>
          <a:xfrm>
            <a:off x="5603025" y="3061791"/>
            <a:ext cx="20320" cy="20320"/>
          </a:xfrm>
          <a:custGeom>
            <a:rect b="b" l="l" r="r" t="t"/>
            <a:pathLst>
              <a:path extrusionOk="0" h="20319" w="20320">
                <a:moveTo>
                  <a:pt x="0" y="0"/>
                </a:moveTo>
                <a:lnTo>
                  <a:pt x="20320" y="2032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 name="Google Shape;20;p37"/>
          <p:cNvSpPr/>
          <p:nvPr/>
        </p:nvSpPr>
        <p:spPr>
          <a:xfrm>
            <a:off x="5575961" y="3035297"/>
            <a:ext cx="30480" cy="30480"/>
          </a:xfrm>
          <a:custGeom>
            <a:rect b="b" l="l" r="r" t="t"/>
            <a:pathLst>
              <a:path extrusionOk="0" h="30480" w="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 name="Google Shape;21;p37"/>
          <p:cNvSpPr/>
          <p:nvPr/>
        </p:nvSpPr>
        <p:spPr>
          <a:xfrm>
            <a:off x="5481104" y="3031311"/>
            <a:ext cx="233679" cy="50800"/>
          </a:xfrm>
          <a:custGeom>
            <a:rect b="b" l="l" r="r" t="t"/>
            <a:pathLst>
              <a:path extrusionOk="0" h="50800" w="233679">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extrusionOk="0" h="50800" w="233679">
                <a:moveTo>
                  <a:pt x="30480" y="17780"/>
                </a:moveTo>
                <a:lnTo>
                  <a:pt x="15240" y="30480"/>
                </a:lnTo>
                <a:lnTo>
                  <a:pt x="0" y="17780"/>
                </a:lnTo>
              </a:path>
              <a:path extrusionOk="0" h="50800" w="233679">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extrusionOk="0" h="50800" w="233679">
                <a:moveTo>
                  <a:pt x="233682" y="17780"/>
                </a:moveTo>
                <a:lnTo>
                  <a:pt x="218442" y="30480"/>
                </a:lnTo>
                <a:lnTo>
                  <a:pt x="203202" y="1778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 name="Google Shape;22;p37"/>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 name="Google Shape;23;p37"/>
          <p:cNvSpPr txBox="1"/>
          <p:nvPr>
            <p:ph type="title"/>
          </p:nvPr>
        </p:nvSpPr>
        <p:spPr>
          <a:xfrm>
            <a:off x="95300" y="58607"/>
            <a:ext cx="1591945" cy="24447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14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4" name="Google Shape;24;p37"/>
          <p:cNvSpPr txBox="1"/>
          <p:nvPr>
            <p:ph idx="1" type="body"/>
          </p:nvPr>
        </p:nvSpPr>
        <p:spPr>
          <a:xfrm>
            <a:off x="288290" y="746315"/>
            <a:ext cx="5189220" cy="2141601"/>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25" name="Google Shape;25;p37"/>
          <p:cNvSpPr txBox="1"/>
          <p:nvPr>
            <p:ph idx="11" type="ftr"/>
          </p:nvPr>
        </p:nvSpPr>
        <p:spPr>
          <a:xfrm>
            <a:off x="4422165" y="3120759"/>
            <a:ext cx="508635" cy="123189"/>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6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6" name="Google Shape;26;p37"/>
          <p:cNvSpPr txBox="1"/>
          <p:nvPr>
            <p:ph idx="10" type="dt"/>
          </p:nvPr>
        </p:nvSpPr>
        <p:spPr>
          <a:xfrm>
            <a:off x="466267" y="3120759"/>
            <a:ext cx="995044" cy="123189"/>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6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 name="Google Shape;27;p37"/>
          <p:cNvSpPr txBox="1"/>
          <p:nvPr>
            <p:ph idx="12" type="sldNum"/>
          </p:nvPr>
        </p:nvSpPr>
        <p:spPr>
          <a:xfrm>
            <a:off x="5404855" y="3120759"/>
            <a:ext cx="298210" cy="123189"/>
          </a:xfrm>
          <a:prstGeom prst="rect">
            <a:avLst/>
          </a:prstGeom>
          <a:noFill/>
          <a:ln>
            <a:noFill/>
          </a:ln>
        </p:spPr>
        <p:txBody>
          <a:bodyPr anchorCtr="0" anchor="t" bIns="0" lIns="0" spcFirstLastPara="1" rIns="0" wrap="square" tIns="0">
            <a:spAutoFit/>
          </a:bodyPr>
          <a:lstStyle>
            <a:lvl1pPr indent="0" lvl="0" marL="81280" marR="0" rtl="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1pPr>
            <a:lvl2pPr indent="0" lvl="1" marL="81280" marR="0" rtl="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2pPr>
            <a:lvl3pPr indent="0" lvl="2" marL="81280" marR="0" rtl="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3pPr>
            <a:lvl4pPr indent="0" lvl="3" marL="81280" marR="0" rtl="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4pPr>
            <a:lvl5pPr indent="0" lvl="4" marL="81280" marR="0" rtl="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5pPr>
            <a:lvl6pPr indent="0" lvl="5" marL="81280" marR="0" rtl="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6pPr>
            <a:lvl7pPr indent="0" lvl="6" marL="81280" marR="0" rtl="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7pPr>
            <a:lvl8pPr indent="0" lvl="7" marL="81280" marR="0" rtl="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8pPr>
            <a:lvl9pPr indent="0" lvl="8" marL="81280" marR="0" rtl="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9pPr>
          </a:lstStyle>
          <a:p>
            <a:pPr indent="0" lvl="0" marL="81280" rtl="0" algn="l">
              <a:spcBef>
                <a:spcPts val="0"/>
              </a:spcBef>
              <a:spcAft>
                <a:spcPts val="0"/>
              </a:spcAft>
              <a:buNone/>
            </a:pPr>
            <a:fld id="{00000000-1234-1234-1234-123412341234}" type="slidenum">
              <a:rPr lang="en-US"/>
              <a:t>‹#›</a:t>
            </a:fld>
            <a:r>
              <a:rPr lang="en-US"/>
              <a:t> / 28</a:t>
            </a:r>
            <a:endParaRPr b="0"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 name="Shape 72"/>
        <p:cNvGrpSpPr/>
        <p:nvPr/>
      </p:nvGrpSpPr>
      <p:grpSpPr>
        <a:xfrm>
          <a:off x="0" y="0"/>
          <a:ext cx="0" cy="0"/>
          <a:chOff x="0" y="0"/>
          <a:chExt cx="0" cy="0"/>
        </a:xfrm>
      </p:grpSpPr>
      <p:pic>
        <p:nvPicPr>
          <p:cNvPr id="73" name="Google Shape;73;p40"/>
          <p:cNvPicPr preferRelativeResize="0"/>
          <p:nvPr/>
        </p:nvPicPr>
        <p:blipFill rotWithShape="1">
          <a:blip r:embed="rId1">
            <a:alphaModFix/>
          </a:blip>
          <a:srcRect b="0" l="0" r="0" t="0"/>
          <a:stretch/>
        </p:blipFill>
        <p:spPr>
          <a:xfrm>
            <a:off x="0" y="0"/>
            <a:ext cx="5759988" cy="3239998"/>
          </a:xfrm>
          <a:prstGeom prst="rect">
            <a:avLst/>
          </a:prstGeom>
          <a:noFill/>
          <a:ln>
            <a:noFill/>
          </a:ln>
        </p:spPr>
      </p:pic>
      <p:sp>
        <p:nvSpPr>
          <p:cNvPr id="74" name="Google Shape;74;p40"/>
          <p:cNvSpPr/>
          <p:nvPr/>
        </p:nvSpPr>
        <p:spPr>
          <a:xfrm>
            <a:off x="4202672" y="3041623"/>
            <a:ext cx="43179" cy="30480"/>
          </a:xfrm>
          <a:custGeom>
            <a:rect b="b" l="l" r="r" t="t"/>
            <a:pathLst>
              <a:path extrusionOk="0" h="30480" w="43179">
                <a:moveTo>
                  <a:pt x="0" y="30366"/>
                </a:moveTo>
                <a:lnTo>
                  <a:pt x="43019" y="30366"/>
                </a:lnTo>
                <a:lnTo>
                  <a:pt x="43019" y="0"/>
                </a:lnTo>
                <a:lnTo>
                  <a:pt x="0" y="0"/>
                </a:lnTo>
                <a:lnTo>
                  <a:pt x="0" y="30366"/>
                </a:lnTo>
                <a:close/>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 name="Google Shape;75;p40"/>
          <p:cNvSpPr/>
          <p:nvPr/>
        </p:nvSpPr>
        <p:spPr>
          <a:xfrm>
            <a:off x="4123055" y="3037661"/>
            <a:ext cx="25400" cy="38100"/>
          </a:xfrm>
          <a:custGeom>
            <a:rect b="b" l="l" r="r" t="t"/>
            <a:pathLst>
              <a:path extrusionOk="0" h="38100" w="25400">
                <a:moveTo>
                  <a:pt x="25400" y="0"/>
                </a:moveTo>
                <a:lnTo>
                  <a:pt x="0" y="19050"/>
                </a:lnTo>
                <a:lnTo>
                  <a:pt x="25400" y="38100"/>
                </a:lnTo>
                <a:lnTo>
                  <a:pt x="25400"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 name="Google Shape;76;p40"/>
          <p:cNvSpPr/>
          <p:nvPr/>
        </p:nvSpPr>
        <p:spPr>
          <a:xfrm>
            <a:off x="4300857" y="3037661"/>
            <a:ext cx="25400" cy="38100"/>
          </a:xfrm>
          <a:custGeom>
            <a:rect b="b" l="l" r="r" t="t"/>
            <a:pathLst>
              <a:path extrusionOk="0" h="38100" w="25400">
                <a:moveTo>
                  <a:pt x="0" y="0"/>
                </a:moveTo>
                <a:lnTo>
                  <a:pt x="0" y="38100"/>
                </a:lnTo>
                <a:lnTo>
                  <a:pt x="25400" y="19050"/>
                </a:lnTo>
                <a:lnTo>
                  <a:pt x="0"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 name="Google Shape;77;p40"/>
          <p:cNvSpPr/>
          <p:nvPr/>
        </p:nvSpPr>
        <p:spPr>
          <a:xfrm>
            <a:off x="4460874" y="3031311"/>
            <a:ext cx="64135" cy="50800"/>
          </a:xfrm>
          <a:custGeom>
            <a:rect b="b" l="l" r="r" t="t"/>
            <a:pathLst>
              <a:path extrusionOk="0" h="50800" w="64135">
                <a:moveTo>
                  <a:pt x="0" y="50800"/>
                </a:moveTo>
                <a:lnTo>
                  <a:pt x="43019" y="50800"/>
                </a:lnTo>
                <a:lnTo>
                  <a:pt x="43019" y="20434"/>
                </a:lnTo>
                <a:lnTo>
                  <a:pt x="0" y="20434"/>
                </a:lnTo>
                <a:lnTo>
                  <a:pt x="0" y="50800"/>
                </a:lnTo>
                <a:close/>
              </a:path>
              <a:path extrusionOk="0" h="50800" w="64135">
                <a:moveTo>
                  <a:pt x="10491" y="20320"/>
                </a:moveTo>
                <a:lnTo>
                  <a:pt x="10491" y="10160"/>
                </a:lnTo>
                <a:lnTo>
                  <a:pt x="53672" y="10160"/>
                </a:lnTo>
                <a:lnTo>
                  <a:pt x="53672" y="40640"/>
                </a:lnTo>
                <a:lnTo>
                  <a:pt x="43512" y="40640"/>
                </a:lnTo>
              </a:path>
              <a:path extrusionOk="0" h="50800" w="64135">
                <a:moveTo>
                  <a:pt x="20652" y="10160"/>
                </a:moveTo>
                <a:lnTo>
                  <a:pt x="20652" y="0"/>
                </a:lnTo>
                <a:lnTo>
                  <a:pt x="63832" y="0"/>
                </a:lnTo>
                <a:lnTo>
                  <a:pt x="63832" y="30480"/>
                </a:lnTo>
                <a:lnTo>
                  <a:pt x="53672" y="3048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 name="Google Shape;78;p40"/>
          <p:cNvSpPr/>
          <p:nvPr/>
        </p:nvSpPr>
        <p:spPr>
          <a:xfrm>
            <a:off x="4397705" y="3037661"/>
            <a:ext cx="203200" cy="38100"/>
          </a:xfrm>
          <a:custGeom>
            <a:rect b="b" l="l" r="r" t="t"/>
            <a:pathLst>
              <a:path extrusionOk="0" h="38100" w="203200">
                <a:moveTo>
                  <a:pt x="25400" y="0"/>
                </a:moveTo>
                <a:lnTo>
                  <a:pt x="0" y="19050"/>
                </a:lnTo>
                <a:lnTo>
                  <a:pt x="25400" y="38100"/>
                </a:lnTo>
                <a:lnTo>
                  <a:pt x="25400" y="0"/>
                </a:lnTo>
                <a:close/>
              </a:path>
              <a:path extrusionOk="0" h="38100" w="203200">
                <a:moveTo>
                  <a:pt x="177802" y="0"/>
                </a:moveTo>
                <a:lnTo>
                  <a:pt x="177802" y="38100"/>
                </a:lnTo>
                <a:lnTo>
                  <a:pt x="203202" y="19050"/>
                </a:lnTo>
                <a:lnTo>
                  <a:pt x="177802"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 name="Google Shape;79;p40"/>
          <p:cNvSpPr/>
          <p:nvPr/>
        </p:nvSpPr>
        <p:spPr>
          <a:xfrm>
            <a:off x="4761269" y="3044011"/>
            <a:ext cx="38100" cy="0"/>
          </a:xfrm>
          <a:custGeom>
            <a:rect b="b" l="l" r="r" t="t"/>
            <a:pathLst>
              <a:path extrusionOk="0" h="120000" w="38100">
                <a:moveTo>
                  <a:pt x="0" y="0"/>
                </a:moveTo>
                <a:lnTo>
                  <a:pt x="38100" y="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 name="Google Shape;80;p40"/>
          <p:cNvSpPr/>
          <p:nvPr/>
        </p:nvSpPr>
        <p:spPr>
          <a:xfrm>
            <a:off x="4672368" y="3037661"/>
            <a:ext cx="203200" cy="38100"/>
          </a:xfrm>
          <a:custGeom>
            <a:rect b="b" l="l" r="r" t="t"/>
            <a:pathLst>
              <a:path extrusionOk="0" h="38100" w="203200">
                <a:moveTo>
                  <a:pt x="25400" y="0"/>
                </a:moveTo>
                <a:lnTo>
                  <a:pt x="0" y="19050"/>
                </a:lnTo>
                <a:lnTo>
                  <a:pt x="25400" y="38100"/>
                </a:lnTo>
                <a:lnTo>
                  <a:pt x="25400" y="0"/>
                </a:lnTo>
                <a:close/>
              </a:path>
              <a:path extrusionOk="0" h="38100" w="203200">
                <a:moveTo>
                  <a:pt x="177802" y="0"/>
                </a:moveTo>
                <a:lnTo>
                  <a:pt x="177802" y="38100"/>
                </a:lnTo>
                <a:lnTo>
                  <a:pt x="203202" y="19050"/>
                </a:lnTo>
                <a:lnTo>
                  <a:pt x="177802"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 name="Google Shape;81;p40"/>
          <p:cNvSpPr/>
          <p:nvPr/>
        </p:nvSpPr>
        <p:spPr>
          <a:xfrm>
            <a:off x="4748569" y="3031311"/>
            <a:ext cx="50800" cy="50800"/>
          </a:xfrm>
          <a:custGeom>
            <a:rect b="b" l="l" r="r" t="t"/>
            <a:pathLst>
              <a:path extrusionOk="0" h="50800" w="50800">
                <a:moveTo>
                  <a:pt x="0" y="0"/>
                </a:moveTo>
                <a:lnTo>
                  <a:pt x="38100" y="0"/>
                </a:lnTo>
              </a:path>
              <a:path extrusionOk="0" h="50800" w="50800">
                <a:moveTo>
                  <a:pt x="12700" y="25400"/>
                </a:moveTo>
                <a:lnTo>
                  <a:pt x="50800" y="25400"/>
                </a:lnTo>
              </a:path>
              <a:path extrusionOk="0" h="50800" w="50800">
                <a:moveTo>
                  <a:pt x="0" y="38100"/>
                </a:moveTo>
                <a:lnTo>
                  <a:pt x="38100" y="38100"/>
                </a:lnTo>
              </a:path>
              <a:path extrusionOk="0" h="50800" w="50800">
                <a:moveTo>
                  <a:pt x="12700" y="50800"/>
                </a:moveTo>
                <a:lnTo>
                  <a:pt x="50800" y="50800"/>
                </a:lnTo>
              </a:path>
            </a:pathLst>
          </a:custGeom>
          <a:noFill/>
          <a:ln cap="flat" cmpd="sng" w="9525">
            <a:solidFill>
              <a:srgbClr val="D2DBE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 name="Google Shape;82;p40"/>
          <p:cNvSpPr/>
          <p:nvPr/>
        </p:nvSpPr>
        <p:spPr>
          <a:xfrm>
            <a:off x="5023232" y="3031311"/>
            <a:ext cx="50800" cy="25400"/>
          </a:xfrm>
          <a:custGeom>
            <a:rect b="b" l="l" r="r" t="t"/>
            <a:pathLst>
              <a:path extrusionOk="0" h="25400" w="50800">
                <a:moveTo>
                  <a:pt x="0" y="0"/>
                </a:moveTo>
                <a:lnTo>
                  <a:pt x="38100" y="0"/>
                </a:lnTo>
              </a:path>
              <a:path extrusionOk="0" h="25400" w="50800">
                <a:moveTo>
                  <a:pt x="12700" y="12700"/>
                </a:moveTo>
                <a:lnTo>
                  <a:pt x="50800" y="12700"/>
                </a:lnTo>
              </a:path>
              <a:path extrusionOk="0" h="25400" w="50800">
                <a:moveTo>
                  <a:pt x="12700" y="25400"/>
                </a:moveTo>
                <a:lnTo>
                  <a:pt x="50800" y="2540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 name="Google Shape;83;p40"/>
          <p:cNvSpPr/>
          <p:nvPr/>
        </p:nvSpPr>
        <p:spPr>
          <a:xfrm>
            <a:off x="4947031" y="3037661"/>
            <a:ext cx="203200" cy="38100"/>
          </a:xfrm>
          <a:custGeom>
            <a:rect b="b" l="l" r="r" t="t"/>
            <a:pathLst>
              <a:path extrusionOk="0" h="38100" w="203200">
                <a:moveTo>
                  <a:pt x="25400" y="0"/>
                </a:moveTo>
                <a:lnTo>
                  <a:pt x="0" y="19050"/>
                </a:lnTo>
                <a:lnTo>
                  <a:pt x="25400" y="38100"/>
                </a:lnTo>
                <a:lnTo>
                  <a:pt x="25400" y="0"/>
                </a:lnTo>
                <a:close/>
              </a:path>
              <a:path extrusionOk="0" h="38100" w="203200">
                <a:moveTo>
                  <a:pt x="177802" y="0"/>
                </a:moveTo>
                <a:lnTo>
                  <a:pt x="177802" y="38100"/>
                </a:lnTo>
                <a:lnTo>
                  <a:pt x="203202" y="19050"/>
                </a:lnTo>
                <a:lnTo>
                  <a:pt x="177802"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 name="Google Shape;84;p40"/>
          <p:cNvSpPr/>
          <p:nvPr/>
        </p:nvSpPr>
        <p:spPr>
          <a:xfrm>
            <a:off x="5023232" y="3069412"/>
            <a:ext cx="50800" cy="12700"/>
          </a:xfrm>
          <a:custGeom>
            <a:rect b="b" l="l" r="r" t="t"/>
            <a:pathLst>
              <a:path extrusionOk="0" h="12700" w="50800">
                <a:moveTo>
                  <a:pt x="0" y="0"/>
                </a:moveTo>
                <a:lnTo>
                  <a:pt x="38100" y="0"/>
                </a:lnTo>
              </a:path>
              <a:path extrusionOk="0" h="12700" w="50800">
                <a:moveTo>
                  <a:pt x="12700" y="12699"/>
                </a:moveTo>
                <a:lnTo>
                  <a:pt x="50800" y="12699"/>
                </a:lnTo>
              </a:path>
            </a:pathLst>
          </a:custGeom>
          <a:noFill/>
          <a:ln cap="flat" cmpd="sng" w="9525">
            <a:solidFill>
              <a:srgbClr val="D2DBE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 name="Google Shape;85;p40"/>
          <p:cNvSpPr/>
          <p:nvPr/>
        </p:nvSpPr>
        <p:spPr>
          <a:xfrm>
            <a:off x="5297895" y="3031311"/>
            <a:ext cx="50800" cy="50800"/>
          </a:xfrm>
          <a:custGeom>
            <a:rect b="b" l="l" r="r" t="t"/>
            <a:pathLst>
              <a:path extrusionOk="0" h="50800" w="50800">
                <a:moveTo>
                  <a:pt x="0" y="0"/>
                </a:moveTo>
                <a:lnTo>
                  <a:pt x="38100" y="0"/>
                </a:lnTo>
              </a:path>
              <a:path extrusionOk="0" h="50800" w="50800">
                <a:moveTo>
                  <a:pt x="12700" y="12700"/>
                </a:moveTo>
                <a:lnTo>
                  <a:pt x="50800" y="12700"/>
                </a:lnTo>
              </a:path>
              <a:path extrusionOk="0" h="50800" w="50800">
                <a:moveTo>
                  <a:pt x="12700" y="25400"/>
                </a:moveTo>
                <a:lnTo>
                  <a:pt x="50800" y="25400"/>
                </a:lnTo>
              </a:path>
              <a:path extrusionOk="0" h="50800" w="50800">
                <a:moveTo>
                  <a:pt x="0" y="38100"/>
                </a:moveTo>
                <a:lnTo>
                  <a:pt x="38100" y="38100"/>
                </a:lnTo>
              </a:path>
              <a:path extrusionOk="0" h="50800" w="50800">
                <a:moveTo>
                  <a:pt x="12700" y="50800"/>
                </a:moveTo>
                <a:lnTo>
                  <a:pt x="50800" y="5080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 name="Google Shape;86;p40"/>
          <p:cNvSpPr/>
          <p:nvPr/>
        </p:nvSpPr>
        <p:spPr>
          <a:xfrm>
            <a:off x="5603025" y="3061791"/>
            <a:ext cx="20320" cy="20319"/>
          </a:xfrm>
          <a:custGeom>
            <a:rect b="b" l="l" r="r" t="t"/>
            <a:pathLst>
              <a:path extrusionOk="0" h="20319" w="20320">
                <a:moveTo>
                  <a:pt x="0" y="0"/>
                </a:moveTo>
                <a:lnTo>
                  <a:pt x="20320" y="2032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 name="Google Shape;87;p40"/>
          <p:cNvSpPr/>
          <p:nvPr/>
        </p:nvSpPr>
        <p:spPr>
          <a:xfrm>
            <a:off x="5575961" y="3035297"/>
            <a:ext cx="30479" cy="30480"/>
          </a:xfrm>
          <a:custGeom>
            <a:rect b="b" l="l" r="r" t="t"/>
            <a:pathLst>
              <a:path extrusionOk="0" h="30480" w="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 name="Google Shape;88;p40"/>
          <p:cNvSpPr/>
          <p:nvPr/>
        </p:nvSpPr>
        <p:spPr>
          <a:xfrm>
            <a:off x="5481104" y="3031311"/>
            <a:ext cx="233679" cy="50800"/>
          </a:xfrm>
          <a:custGeom>
            <a:rect b="b" l="l" r="r" t="t"/>
            <a:pathLst>
              <a:path extrusionOk="0" h="50800" w="233679">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extrusionOk="0" h="50800" w="233679">
                <a:moveTo>
                  <a:pt x="30480" y="17780"/>
                </a:moveTo>
                <a:lnTo>
                  <a:pt x="15240" y="30480"/>
                </a:lnTo>
                <a:lnTo>
                  <a:pt x="0" y="17780"/>
                </a:lnTo>
              </a:path>
              <a:path extrusionOk="0" h="50800" w="233679">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extrusionOk="0" h="50800" w="233679">
                <a:moveTo>
                  <a:pt x="233682" y="17780"/>
                </a:moveTo>
                <a:lnTo>
                  <a:pt x="218442" y="30480"/>
                </a:lnTo>
                <a:lnTo>
                  <a:pt x="203202" y="1778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 name="Google Shape;89;p40"/>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 name="Google Shape;90;p40"/>
          <p:cNvSpPr txBox="1"/>
          <p:nvPr>
            <p:ph type="title"/>
          </p:nvPr>
        </p:nvSpPr>
        <p:spPr>
          <a:xfrm>
            <a:off x="95300" y="58607"/>
            <a:ext cx="1591800" cy="2445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14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1" name="Google Shape;91;p40"/>
          <p:cNvSpPr txBox="1"/>
          <p:nvPr>
            <p:ph idx="1" type="body"/>
          </p:nvPr>
        </p:nvSpPr>
        <p:spPr>
          <a:xfrm>
            <a:off x="288290" y="746315"/>
            <a:ext cx="5189100" cy="214170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92" name="Google Shape;92;p40"/>
          <p:cNvSpPr txBox="1"/>
          <p:nvPr>
            <p:ph idx="11" type="ftr"/>
          </p:nvPr>
        </p:nvSpPr>
        <p:spPr>
          <a:xfrm>
            <a:off x="4422165" y="3120759"/>
            <a:ext cx="508500" cy="1233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6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3" name="Google Shape;93;p40"/>
          <p:cNvSpPr txBox="1"/>
          <p:nvPr>
            <p:ph idx="10" type="dt"/>
          </p:nvPr>
        </p:nvSpPr>
        <p:spPr>
          <a:xfrm>
            <a:off x="466267" y="3120759"/>
            <a:ext cx="995100" cy="1233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6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4" name="Google Shape;94;p40"/>
          <p:cNvSpPr txBox="1"/>
          <p:nvPr>
            <p:ph idx="12" type="sldNum"/>
          </p:nvPr>
        </p:nvSpPr>
        <p:spPr>
          <a:xfrm>
            <a:off x="5404855" y="3120759"/>
            <a:ext cx="298200" cy="92400"/>
          </a:xfrm>
          <a:prstGeom prst="rect">
            <a:avLst/>
          </a:prstGeom>
          <a:noFill/>
          <a:ln>
            <a:noFill/>
          </a:ln>
        </p:spPr>
        <p:txBody>
          <a:bodyPr anchorCtr="0" anchor="t" bIns="0" lIns="0" spcFirstLastPara="1" rIns="0" wrap="square" tIns="0">
            <a:spAutoFit/>
          </a:bodyPr>
          <a:lstStyle>
            <a:lvl1pPr indent="0" lvl="0" marL="81280" marR="0" rtl="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1pPr>
            <a:lvl2pPr indent="0" lvl="1" marL="81280" marR="0" rtl="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2pPr>
            <a:lvl3pPr indent="0" lvl="2" marL="81280" marR="0" rtl="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3pPr>
            <a:lvl4pPr indent="0" lvl="3" marL="81280" marR="0" rtl="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4pPr>
            <a:lvl5pPr indent="0" lvl="4" marL="81280" marR="0" rtl="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5pPr>
            <a:lvl6pPr indent="0" lvl="5" marL="81280" marR="0" rtl="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6pPr>
            <a:lvl7pPr indent="0" lvl="6" marL="81280" marR="0" rtl="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7pPr>
            <a:lvl8pPr indent="0" lvl="7" marL="81280" marR="0" rtl="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8pPr>
            <a:lvl9pPr indent="0" lvl="8" marL="81280" marR="0" rtl="0" algn="l">
              <a:lnSpc>
                <a:spcPct val="100000"/>
              </a:lnSpc>
              <a:spcBef>
                <a:spcPts val="0"/>
              </a:spcBef>
              <a:spcAft>
                <a:spcPts val="0"/>
              </a:spcAft>
              <a:buClr>
                <a:srgbClr val="000000"/>
              </a:buClr>
              <a:buSzPts val="600"/>
              <a:buFont typeface="Arial"/>
              <a:buNone/>
              <a:defRPr b="1" i="0" sz="600" u="none" cap="none" strike="noStrike">
                <a:solidFill>
                  <a:schemeClr val="lt1"/>
                </a:solidFill>
                <a:latin typeface="Calibri"/>
                <a:ea typeface="Calibri"/>
                <a:cs typeface="Calibri"/>
                <a:sym typeface="Calibri"/>
              </a:defRPr>
            </a:lvl9pPr>
          </a:lstStyle>
          <a:p>
            <a:pPr indent="0" lvl="0" marL="81280" rtl="0" algn="l">
              <a:spcBef>
                <a:spcPts val="0"/>
              </a:spcBef>
              <a:spcAft>
                <a:spcPts val="0"/>
              </a:spcAft>
              <a:buNone/>
            </a:pPr>
            <a:fld id="{00000000-1234-1234-1234-123412341234}" type="slidenum">
              <a:rPr lang="en-US"/>
              <a:t>‹#›</a:t>
            </a:fld>
            <a:r>
              <a:rPr lang="en-US"/>
              <a:t> / 28</a:t>
            </a:r>
            <a:endParaRPr b="0"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5" r:id="rId2"/>
    <p:sldLayoutId id="2147483656" r:id="rId3"/>
    <p:sldLayoutId id="2147483657" r:id="rId4"/>
    <p:sldLayoutId id="2147483658" r:id="rId5"/>
    <p:sldLayoutId id="2147483659"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0.png"/><Relationship Id="rId4" Type="http://schemas.openxmlformats.org/officeDocument/2006/relationships/image" Target="../media/image39.png"/><Relationship Id="rId9" Type="http://schemas.openxmlformats.org/officeDocument/2006/relationships/slide" Target="/ppt/slides/slide1.xml"/><Relationship Id="rId5" Type="http://schemas.openxmlformats.org/officeDocument/2006/relationships/image" Target="../media/image3.png"/><Relationship Id="rId6" Type="http://schemas.openxmlformats.org/officeDocument/2006/relationships/image" Target="../media/image28.png"/><Relationship Id="rId7" Type="http://schemas.openxmlformats.org/officeDocument/2006/relationships/image" Target="../media/image15.png"/><Relationship Id="rId8" Type="http://schemas.openxmlformats.org/officeDocument/2006/relationships/image" Target="../media/image3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slide" Target="/ppt/slides/slide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slide" Target="/ppt/slid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slide" Target="/ppt/slides/slide1.xml"/><Relationship Id="rId4"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slide" Target="/ppt/slid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slide" Target="/ppt/slides/slide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slide" Target="/ppt/slides/slide1.xml"/><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slide" Target="/ppt/slides/slide1.xml"/><Relationship Id="rId4" Type="http://schemas.openxmlformats.org/officeDocument/2006/relationships/image" Target="../media/image17.png"/><Relationship Id="rId5" Type="http://schemas.openxmlformats.org/officeDocument/2006/relationships/image" Target="../media/image24.png"/><Relationship Id="rId6" Type="http://schemas.openxmlformats.org/officeDocument/2006/relationships/image" Target="../media/image44.png"/><Relationship Id="rId7" Type="http://schemas.openxmlformats.org/officeDocument/2006/relationships/image" Target="../media/image4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slide" Target="/ppt/slides/slide1.xml"/><Relationship Id="rId4" Type="http://schemas.openxmlformats.org/officeDocument/2006/relationships/image" Target="../media/image19.png"/><Relationship Id="rId5"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slide" Target="/ppt/slides/slid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slide" Target="/ppt/slides/slide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slide" Target="/ppt/slides/slide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slide" Target="/ppt/slides/slide1.xml"/><Relationship Id="rId4" Type="http://schemas.openxmlformats.org/officeDocument/2006/relationships/image" Target="../media/image22.png"/><Relationship Id="rId5"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slide" Target="/ppt/slides/slide1.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slide" Target="/ppt/slides/slide1.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slide" Target="/ppt/slides/slide1.xml"/><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slide" Target="/ppt/slides/slide1.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slide" Target="/ppt/slides/slide1.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slide" Target="/ppt/slides/slide1.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slide" Target="/ppt/slides/slide1.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slide" Target="/ppt/slides/slide1.xm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slide" Target="/ppt/slides/slide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slide" Target="/ppt/slides/slide1.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slide" Target="/ppt/slides/slide1.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slide" Target="/ppt/slides/slide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slide" Target="/ppt/slides/slide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slide" Target="/ppt/slides/slide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slide" Target="/ppt/slides/slide1.xml"/><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slide" Target="/ppt/slides/slide1.xml"/><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slide" Target="/ppt/slides/slide1.xml"/><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slide" Target="/ppt/slides/slide1.xml"/><Relationship Id="rId4" Type="http://schemas.openxmlformats.org/officeDocument/2006/relationships/image" Target="../media/image38.png"/><Relationship Id="rId5" Type="http://schemas.openxmlformats.org/officeDocument/2006/relationships/image" Target="../media/image4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slide" Target="/ppt/slides/slide1.xml"/><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slide" Target="/ppt/slides/slide1.xml"/><Relationship Id="rId4" Type="http://schemas.openxmlformats.org/officeDocument/2006/relationships/image" Target="../media/image4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slide" Target="/ppt/slides/slide1.xml"/><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2" name="Shape 142"/>
        <p:cNvGrpSpPr/>
        <p:nvPr/>
      </p:nvGrpSpPr>
      <p:grpSpPr>
        <a:xfrm>
          <a:off x="0" y="0"/>
          <a:ext cx="0" cy="0"/>
          <a:chOff x="0" y="0"/>
          <a:chExt cx="0" cy="0"/>
        </a:xfrm>
      </p:grpSpPr>
      <p:pic>
        <p:nvPicPr>
          <p:cNvPr id="143" name="Google Shape;143;p1"/>
          <p:cNvPicPr preferRelativeResize="0"/>
          <p:nvPr/>
        </p:nvPicPr>
        <p:blipFill rotWithShape="1">
          <a:blip r:embed="rId3">
            <a:alphaModFix/>
          </a:blip>
          <a:srcRect b="0" l="0" r="0" t="0"/>
          <a:stretch/>
        </p:blipFill>
        <p:spPr>
          <a:xfrm>
            <a:off x="0" y="0"/>
            <a:ext cx="5759988" cy="3239999"/>
          </a:xfrm>
          <a:prstGeom prst="rect">
            <a:avLst/>
          </a:prstGeom>
          <a:noFill/>
          <a:ln>
            <a:noFill/>
          </a:ln>
        </p:spPr>
      </p:pic>
      <p:grpSp>
        <p:nvGrpSpPr>
          <p:cNvPr id="144" name="Google Shape;144;p1"/>
          <p:cNvGrpSpPr/>
          <p:nvPr/>
        </p:nvGrpSpPr>
        <p:grpSpPr>
          <a:xfrm>
            <a:off x="1935999" y="0"/>
            <a:ext cx="1572875" cy="536254"/>
            <a:chOff x="1935999" y="0"/>
            <a:chExt cx="1572875" cy="536254"/>
          </a:xfrm>
        </p:grpSpPr>
        <p:pic>
          <p:nvPicPr>
            <p:cNvPr id="145" name="Google Shape;145;p1"/>
            <p:cNvPicPr preferRelativeResize="0"/>
            <p:nvPr/>
          </p:nvPicPr>
          <p:blipFill rotWithShape="1">
            <a:blip r:embed="rId4">
              <a:alphaModFix/>
            </a:blip>
            <a:srcRect b="0" l="0" r="0" t="0"/>
            <a:stretch/>
          </p:blipFill>
          <p:spPr>
            <a:xfrm>
              <a:off x="3029558" y="63432"/>
              <a:ext cx="479316" cy="435800"/>
            </a:xfrm>
            <a:prstGeom prst="rect">
              <a:avLst/>
            </a:prstGeom>
            <a:noFill/>
            <a:ln>
              <a:noFill/>
            </a:ln>
          </p:spPr>
        </p:pic>
        <p:pic>
          <p:nvPicPr>
            <p:cNvPr id="146" name="Google Shape;146;p1"/>
            <p:cNvPicPr preferRelativeResize="0"/>
            <p:nvPr/>
          </p:nvPicPr>
          <p:blipFill rotWithShape="1">
            <a:blip r:embed="rId5">
              <a:alphaModFix/>
            </a:blip>
            <a:srcRect b="0" l="0" r="0" t="0"/>
            <a:stretch/>
          </p:blipFill>
          <p:spPr>
            <a:xfrm>
              <a:off x="1935999" y="0"/>
              <a:ext cx="1093558" cy="536254"/>
            </a:xfrm>
            <a:prstGeom prst="rect">
              <a:avLst/>
            </a:prstGeom>
            <a:noFill/>
            <a:ln>
              <a:noFill/>
            </a:ln>
          </p:spPr>
        </p:pic>
      </p:grpSp>
      <p:grpSp>
        <p:nvGrpSpPr>
          <p:cNvPr id="147" name="Google Shape;147;p1"/>
          <p:cNvGrpSpPr/>
          <p:nvPr/>
        </p:nvGrpSpPr>
        <p:grpSpPr>
          <a:xfrm>
            <a:off x="1756048" y="2956751"/>
            <a:ext cx="2379111" cy="257923"/>
            <a:chOff x="1756048" y="2956751"/>
            <a:chExt cx="2379111" cy="257923"/>
          </a:xfrm>
        </p:grpSpPr>
        <p:pic>
          <p:nvPicPr>
            <p:cNvPr id="148" name="Google Shape;148;p1"/>
            <p:cNvPicPr preferRelativeResize="0"/>
            <p:nvPr/>
          </p:nvPicPr>
          <p:blipFill rotWithShape="1">
            <a:blip r:embed="rId6">
              <a:alphaModFix/>
            </a:blip>
            <a:srcRect b="0" l="0" r="0" t="0"/>
            <a:stretch/>
          </p:blipFill>
          <p:spPr>
            <a:xfrm>
              <a:off x="1756048" y="2956751"/>
              <a:ext cx="2325820" cy="206625"/>
            </a:xfrm>
            <a:prstGeom prst="rect">
              <a:avLst/>
            </a:prstGeom>
            <a:noFill/>
            <a:ln>
              <a:noFill/>
            </a:ln>
          </p:spPr>
        </p:pic>
        <p:sp>
          <p:nvSpPr>
            <p:cNvPr id="149" name="Google Shape;149;p1"/>
            <p:cNvSpPr/>
            <p:nvPr/>
          </p:nvSpPr>
          <p:spPr>
            <a:xfrm>
              <a:off x="4091979" y="3180536"/>
              <a:ext cx="43180" cy="30480"/>
            </a:xfrm>
            <a:custGeom>
              <a:rect b="b" l="l" r="r" t="t"/>
              <a:pathLst>
                <a:path extrusionOk="0" h="30480" w="43179">
                  <a:moveTo>
                    <a:pt x="0" y="30366"/>
                  </a:moveTo>
                  <a:lnTo>
                    <a:pt x="43019" y="30366"/>
                  </a:lnTo>
                  <a:lnTo>
                    <a:pt x="43019" y="0"/>
                  </a:lnTo>
                  <a:lnTo>
                    <a:pt x="0" y="0"/>
                  </a:lnTo>
                  <a:lnTo>
                    <a:pt x="0" y="30366"/>
                  </a:lnTo>
                  <a:close/>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0" name="Google Shape;150;p1"/>
            <p:cNvSpPr/>
            <p:nvPr/>
          </p:nvSpPr>
          <p:spPr>
            <a:xfrm>
              <a:off x="4012362" y="3176574"/>
              <a:ext cx="25400" cy="38100"/>
            </a:xfrm>
            <a:custGeom>
              <a:rect b="b" l="l" r="r" t="t"/>
              <a:pathLst>
                <a:path extrusionOk="0" h="38100" w="25400">
                  <a:moveTo>
                    <a:pt x="25400" y="0"/>
                  </a:moveTo>
                  <a:lnTo>
                    <a:pt x="0" y="19050"/>
                  </a:lnTo>
                  <a:lnTo>
                    <a:pt x="25400" y="38100"/>
                  </a:lnTo>
                  <a:lnTo>
                    <a:pt x="25400"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51" name="Google Shape;151;p1"/>
          <p:cNvSpPr txBox="1"/>
          <p:nvPr>
            <p:ph type="title"/>
          </p:nvPr>
        </p:nvSpPr>
        <p:spPr>
          <a:xfrm>
            <a:off x="1131801" y="536250"/>
            <a:ext cx="3502200" cy="678000"/>
          </a:xfrm>
          <a:prstGeom prst="rect">
            <a:avLst/>
          </a:prstGeom>
          <a:noFill/>
          <a:ln>
            <a:noFill/>
          </a:ln>
        </p:spPr>
        <p:txBody>
          <a:bodyPr anchorCtr="0" anchor="t" bIns="0" lIns="0" spcFirstLastPara="1" rIns="0" wrap="square" tIns="17125">
            <a:spAutoFit/>
          </a:bodyPr>
          <a:lstStyle/>
          <a:p>
            <a:pPr indent="0" lvl="0" marL="0" rtl="0" algn="ctr">
              <a:lnSpc>
                <a:spcPct val="100000"/>
              </a:lnSpc>
              <a:spcBef>
                <a:spcPts val="0"/>
              </a:spcBef>
              <a:spcAft>
                <a:spcPts val="0"/>
              </a:spcAft>
              <a:buSzPts val="1400"/>
              <a:buNone/>
            </a:pPr>
            <a:r>
              <a:rPr lang="en-US" u="sng">
                <a:solidFill>
                  <a:srgbClr val="1E4D79"/>
                </a:solidFill>
                <a:latin typeface="Arial"/>
                <a:ea typeface="Arial"/>
                <a:cs typeface="Arial"/>
                <a:sym typeface="Arial"/>
              </a:rPr>
              <a:t>MINI PROJECT</a:t>
            </a:r>
            <a:endParaRPr u="sng">
              <a:latin typeface="Arial"/>
              <a:ea typeface="Arial"/>
              <a:cs typeface="Arial"/>
              <a:sym typeface="Arial"/>
            </a:endParaRPr>
          </a:p>
          <a:p>
            <a:pPr indent="0" lvl="0" marL="0" rtl="0" algn="ctr">
              <a:lnSpc>
                <a:spcPct val="100000"/>
              </a:lnSpc>
              <a:spcBef>
                <a:spcPts val="110"/>
              </a:spcBef>
              <a:spcAft>
                <a:spcPts val="0"/>
              </a:spcAft>
              <a:buSzPts val="1400"/>
              <a:buNone/>
            </a:pPr>
            <a:r>
              <a:rPr lang="en-US">
                <a:solidFill>
                  <a:srgbClr val="1E4D79"/>
                </a:solidFill>
                <a:latin typeface="Arial"/>
                <a:ea typeface="Arial"/>
                <a:cs typeface="Arial"/>
                <a:sym typeface="Arial"/>
              </a:rPr>
              <a:t>ỨNG DỤNG KỸ THUẬT KHAI PHÁ DỮ LIỆU CHUYỂN ĐỔI SÁCH NÓI</a:t>
            </a:r>
            <a:endParaRPr>
              <a:latin typeface="Arial"/>
              <a:ea typeface="Arial"/>
              <a:cs typeface="Arial"/>
              <a:sym typeface="Arial"/>
            </a:endParaRPr>
          </a:p>
        </p:txBody>
      </p:sp>
      <p:sp>
        <p:nvSpPr>
          <p:cNvPr id="152" name="Google Shape;152;p1"/>
          <p:cNvSpPr txBox="1"/>
          <p:nvPr/>
        </p:nvSpPr>
        <p:spPr>
          <a:xfrm>
            <a:off x="1014649" y="1214250"/>
            <a:ext cx="4097700" cy="1672800"/>
          </a:xfrm>
          <a:prstGeom prst="rect">
            <a:avLst/>
          </a:prstGeom>
          <a:noFill/>
          <a:ln>
            <a:noFill/>
          </a:ln>
        </p:spPr>
        <p:txBody>
          <a:bodyPr anchorCtr="0" anchor="t" bIns="0" lIns="0" spcFirstLastPara="1" rIns="0" wrap="square" tIns="6975">
            <a:spAutoFit/>
          </a:bodyPr>
          <a:lstStyle/>
          <a:p>
            <a:pPr indent="0" lvl="0" marL="250825" marR="240665" rtl="0" algn="l">
              <a:lnSpc>
                <a:spcPct val="1026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Giảng viên hướng dẫn</a:t>
            </a:r>
            <a:r>
              <a:rPr b="0" i="0" lang="en-US" sz="1200" u="none" cap="none" strike="noStrike">
                <a:solidFill>
                  <a:srgbClr val="000000"/>
                </a:solidFill>
                <a:latin typeface="Arial"/>
                <a:ea typeface="Arial"/>
                <a:cs typeface="Arial"/>
                <a:sym typeface="Arial"/>
              </a:rPr>
              <a:t>: PGS. TS. Trần Minh Quang</a:t>
            </a:r>
            <a:endParaRPr b="0" i="0" sz="1200" u="none" cap="none" strike="noStrike">
              <a:solidFill>
                <a:srgbClr val="000000"/>
              </a:solidFill>
              <a:latin typeface="Arial"/>
              <a:ea typeface="Arial"/>
              <a:cs typeface="Arial"/>
              <a:sym typeface="Arial"/>
            </a:endParaRPr>
          </a:p>
          <a:p>
            <a:pPr indent="0" lvl="0" marL="250825" marR="240665" rtl="0" algn="l">
              <a:lnSpc>
                <a:spcPct val="1026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Nhóm trình bày</a:t>
            </a:r>
            <a:r>
              <a:rPr b="0" i="0" lang="en-US" sz="1200" u="none" cap="none" strike="noStrike">
                <a:solidFill>
                  <a:srgbClr val="000000"/>
                </a:solidFill>
                <a:latin typeface="Arial"/>
                <a:ea typeface="Arial"/>
                <a:cs typeface="Arial"/>
                <a:sym typeface="Arial"/>
              </a:rPr>
              <a:t>: 05</a:t>
            </a:r>
            <a:endParaRPr b="0" i="0" sz="1200" u="none" cap="none" strike="noStrike">
              <a:solidFill>
                <a:srgbClr val="000000"/>
              </a:solidFill>
              <a:latin typeface="Arial"/>
              <a:ea typeface="Arial"/>
              <a:cs typeface="Arial"/>
              <a:sym typeface="Arial"/>
            </a:endParaRPr>
          </a:p>
          <a:p>
            <a:pPr indent="0" lvl="0" marL="250825" marR="240665" rtl="0" algn="l">
              <a:lnSpc>
                <a:spcPct val="1026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Danh sách học viên</a:t>
            </a:r>
            <a:r>
              <a:rPr b="0" i="0" lang="en-US" sz="1200" u="none" cap="none" strike="noStrike">
                <a:solidFill>
                  <a:srgbClr val="000000"/>
                </a:solidFill>
                <a:latin typeface="Arial"/>
                <a:ea typeface="Arial"/>
                <a:cs typeface="Arial"/>
                <a:sym typeface="Arial"/>
              </a:rPr>
              <a:t>:</a:t>
            </a:r>
            <a:endParaRPr b="0" i="0" sz="1200" u="none" cap="none" strike="noStrike">
              <a:solidFill>
                <a:srgbClr val="000000"/>
              </a:solidFill>
              <a:latin typeface="Arial"/>
              <a:ea typeface="Arial"/>
              <a:cs typeface="Arial"/>
              <a:sym typeface="Arial"/>
            </a:endParaRPr>
          </a:p>
          <a:p>
            <a:pPr indent="0" lvl="0" marL="250825" marR="240665" rtl="0" algn="l">
              <a:lnSpc>
                <a:spcPct val="102600"/>
              </a:lnSpc>
              <a:spcBef>
                <a:spcPts val="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      Hoàng Anh Khoa - 2470601</a:t>
            </a:r>
            <a:endParaRPr b="0" i="0" sz="12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      Lê Minh - 2110354</a:t>
            </a:r>
            <a:endParaRPr b="0" i="0" sz="12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      Phạm Thanh Tú - 2491076</a:t>
            </a:r>
            <a:endParaRPr b="0" i="0" sz="12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      Lê Quốc Thắng - 2110549</a:t>
            </a:r>
            <a:endParaRPr b="0" i="0" sz="12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      Vương Minh Toàn - 2491057</a:t>
            </a:r>
            <a:endParaRPr b="0" i="0" sz="1200" u="none" cap="none" strike="noStrike">
              <a:solidFill>
                <a:srgbClr val="000000"/>
              </a:solidFill>
              <a:latin typeface="Arial"/>
              <a:ea typeface="Arial"/>
              <a:cs typeface="Arial"/>
              <a:sym typeface="Arial"/>
            </a:endParaRPr>
          </a:p>
        </p:txBody>
      </p:sp>
      <p:sp>
        <p:nvSpPr>
          <p:cNvPr id="153" name="Google Shape;153;p1"/>
          <p:cNvSpPr/>
          <p:nvPr/>
        </p:nvSpPr>
        <p:spPr>
          <a:xfrm>
            <a:off x="4190164" y="3176574"/>
            <a:ext cx="25400" cy="38100"/>
          </a:xfrm>
          <a:custGeom>
            <a:rect b="b" l="l" r="r" t="t"/>
            <a:pathLst>
              <a:path extrusionOk="0" h="38100" w="25400">
                <a:moveTo>
                  <a:pt x="0" y="0"/>
                </a:moveTo>
                <a:lnTo>
                  <a:pt x="0" y="38100"/>
                </a:lnTo>
                <a:lnTo>
                  <a:pt x="25400" y="19050"/>
                </a:lnTo>
                <a:lnTo>
                  <a:pt x="0"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54" name="Google Shape;154;p1"/>
          <p:cNvGrpSpPr/>
          <p:nvPr/>
        </p:nvGrpSpPr>
        <p:grpSpPr>
          <a:xfrm>
            <a:off x="4311294" y="3170224"/>
            <a:ext cx="203200" cy="50800"/>
            <a:chOff x="4311294" y="3170224"/>
            <a:chExt cx="203200" cy="50800"/>
          </a:xfrm>
        </p:grpSpPr>
        <p:sp>
          <p:nvSpPr>
            <p:cNvPr id="155" name="Google Shape;155;p1"/>
            <p:cNvSpPr/>
            <p:nvPr/>
          </p:nvSpPr>
          <p:spPr>
            <a:xfrm>
              <a:off x="4374463" y="3170224"/>
              <a:ext cx="64135" cy="50800"/>
            </a:xfrm>
            <a:custGeom>
              <a:rect b="b" l="l" r="r" t="t"/>
              <a:pathLst>
                <a:path extrusionOk="0" h="50800" w="64135">
                  <a:moveTo>
                    <a:pt x="0" y="50800"/>
                  </a:moveTo>
                  <a:lnTo>
                    <a:pt x="43019" y="50800"/>
                  </a:lnTo>
                  <a:lnTo>
                    <a:pt x="43019" y="20434"/>
                  </a:lnTo>
                  <a:lnTo>
                    <a:pt x="0" y="20434"/>
                  </a:lnTo>
                  <a:lnTo>
                    <a:pt x="0" y="50800"/>
                  </a:lnTo>
                  <a:close/>
                </a:path>
                <a:path extrusionOk="0" h="50800" w="64135">
                  <a:moveTo>
                    <a:pt x="10491" y="20320"/>
                  </a:moveTo>
                  <a:lnTo>
                    <a:pt x="10491" y="10160"/>
                  </a:lnTo>
                  <a:lnTo>
                    <a:pt x="53672" y="10160"/>
                  </a:lnTo>
                  <a:lnTo>
                    <a:pt x="53672" y="40640"/>
                  </a:lnTo>
                  <a:lnTo>
                    <a:pt x="43512" y="40640"/>
                  </a:lnTo>
                </a:path>
                <a:path extrusionOk="0" h="50800" w="64135">
                  <a:moveTo>
                    <a:pt x="20652" y="10160"/>
                  </a:moveTo>
                  <a:lnTo>
                    <a:pt x="20652" y="0"/>
                  </a:lnTo>
                  <a:lnTo>
                    <a:pt x="63832" y="0"/>
                  </a:lnTo>
                  <a:lnTo>
                    <a:pt x="63832" y="30480"/>
                  </a:lnTo>
                  <a:lnTo>
                    <a:pt x="53672" y="3048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6" name="Google Shape;156;p1"/>
            <p:cNvSpPr/>
            <p:nvPr/>
          </p:nvSpPr>
          <p:spPr>
            <a:xfrm>
              <a:off x="4311294" y="3176574"/>
              <a:ext cx="203200" cy="38100"/>
            </a:xfrm>
            <a:custGeom>
              <a:rect b="b" l="l" r="r" t="t"/>
              <a:pathLst>
                <a:path extrusionOk="0" h="38100" w="203200">
                  <a:moveTo>
                    <a:pt x="25400" y="0"/>
                  </a:moveTo>
                  <a:lnTo>
                    <a:pt x="0" y="19050"/>
                  </a:lnTo>
                  <a:lnTo>
                    <a:pt x="25400" y="38100"/>
                  </a:lnTo>
                  <a:lnTo>
                    <a:pt x="25400" y="0"/>
                  </a:lnTo>
                  <a:close/>
                </a:path>
                <a:path extrusionOk="0" h="38100" w="203200">
                  <a:moveTo>
                    <a:pt x="177802" y="0"/>
                  </a:moveTo>
                  <a:lnTo>
                    <a:pt x="177802" y="38100"/>
                  </a:lnTo>
                  <a:lnTo>
                    <a:pt x="203202" y="19050"/>
                  </a:lnTo>
                  <a:lnTo>
                    <a:pt x="177802"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57" name="Google Shape;157;p1"/>
          <p:cNvGrpSpPr/>
          <p:nvPr/>
        </p:nvGrpSpPr>
        <p:grpSpPr>
          <a:xfrm>
            <a:off x="4610227" y="3170224"/>
            <a:ext cx="203200" cy="50800"/>
            <a:chOff x="4610227" y="3170224"/>
            <a:chExt cx="203200" cy="50800"/>
          </a:xfrm>
        </p:grpSpPr>
        <p:sp>
          <p:nvSpPr>
            <p:cNvPr id="158" name="Google Shape;158;p1"/>
            <p:cNvSpPr/>
            <p:nvPr/>
          </p:nvSpPr>
          <p:spPr>
            <a:xfrm>
              <a:off x="4699128" y="3182924"/>
              <a:ext cx="38100" cy="0"/>
            </a:xfrm>
            <a:custGeom>
              <a:rect b="b" l="l" r="r" t="t"/>
              <a:pathLst>
                <a:path extrusionOk="0" h="120000" w="38100">
                  <a:moveTo>
                    <a:pt x="0" y="0"/>
                  </a:moveTo>
                  <a:lnTo>
                    <a:pt x="38100" y="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 name="Google Shape;159;p1"/>
            <p:cNvSpPr/>
            <p:nvPr/>
          </p:nvSpPr>
          <p:spPr>
            <a:xfrm>
              <a:off x="4610227" y="3176574"/>
              <a:ext cx="203200" cy="38100"/>
            </a:xfrm>
            <a:custGeom>
              <a:rect b="b" l="l" r="r" t="t"/>
              <a:pathLst>
                <a:path extrusionOk="0" h="38100" w="203200">
                  <a:moveTo>
                    <a:pt x="25400" y="0"/>
                  </a:moveTo>
                  <a:lnTo>
                    <a:pt x="0" y="19050"/>
                  </a:lnTo>
                  <a:lnTo>
                    <a:pt x="25400" y="38100"/>
                  </a:lnTo>
                  <a:lnTo>
                    <a:pt x="25400" y="0"/>
                  </a:lnTo>
                  <a:close/>
                </a:path>
                <a:path extrusionOk="0" h="38100" w="203200">
                  <a:moveTo>
                    <a:pt x="177802" y="0"/>
                  </a:moveTo>
                  <a:lnTo>
                    <a:pt x="177802" y="38100"/>
                  </a:lnTo>
                  <a:lnTo>
                    <a:pt x="203202" y="19050"/>
                  </a:lnTo>
                  <a:lnTo>
                    <a:pt x="177802"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 name="Google Shape;160;p1"/>
            <p:cNvSpPr/>
            <p:nvPr/>
          </p:nvSpPr>
          <p:spPr>
            <a:xfrm>
              <a:off x="4686428" y="3170224"/>
              <a:ext cx="50800" cy="50800"/>
            </a:xfrm>
            <a:custGeom>
              <a:rect b="b" l="l" r="r" t="t"/>
              <a:pathLst>
                <a:path extrusionOk="0" h="50800" w="50800">
                  <a:moveTo>
                    <a:pt x="0" y="0"/>
                  </a:moveTo>
                  <a:lnTo>
                    <a:pt x="38100" y="0"/>
                  </a:lnTo>
                </a:path>
                <a:path extrusionOk="0" h="50800" w="50800">
                  <a:moveTo>
                    <a:pt x="12700" y="25400"/>
                  </a:moveTo>
                  <a:lnTo>
                    <a:pt x="50800" y="25400"/>
                  </a:lnTo>
                </a:path>
                <a:path extrusionOk="0" h="50800" w="50800">
                  <a:moveTo>
                    <a:pt x="0" y="38100"/>
                  </a:moveTo>
                  <a:lnTo>
                    <a:pt x="38100" y="38100"/>
                  </a:lnTo>
                </a:path>
                <a:path extrusionOk="0" h="50800" w="50800">
                  <a:moveTo>
                    <a:pt x="12700" y="50800"/>
                  </a:moveTo>
                  <a:lnTo>
                    <a:pt x="50800" y="50800"/>
                  </a:lnTo>
                </a:path>
              </a:pathLst>
            </a:custGeom>
            <a:noFill/>
            <a:ln cap="flat" cmpd="sng" w="9525">
              <a:solidFill>
                <a:srgbClr val="D2DBE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61" name="Google Shape;161;p1"/>
          <p:cNvGrpSpPr/>
          <p:nvPr/>
        </p:nvGrpSpPr>
        <p:grpSpPr>
          <a:xfrm>
            <a:off x="4909172" y="3170224"/>
            <a:ext cx="203200" cy="50800"/>
            <a:chOff x="4909172" y="3170224"/>
            <a:chExt cx="203200" cy="50800"/>
          </a:xfrm>
        </p:grpSpPr>
        <p:sp>
          <p:nvSpPr>
            <p:cNvPr id="162" name="Google Shape;162;p1"/>
            <p:cNvSpPr/>
            <p:nvPr/>
          </p:nvSpPr>
          <p:spPr>
            <a:xfrm>
              <a:off x="4985373" y="3170224"/>
              <a:ext cx="50800" cy="25400"/>
            </a:xfrm>
            <a:custGeom>
              <a:rect b="b" l="l" r="r" t="t"/>
              <a:pathLst>
                <a:path extrusionOk="0" h="25400" w="50800">
                  <a:moveTo>
                    <a:pt x="0" y="0"/>
                  </a:moveTo>
                  <a:lnTo>
                    <a:pt x="38100" y="0"/>
                  </a:lnTo>
                </a:path>
                <a:path extrusionOk="0" h="25400" w="50800">
                  <a:moveTo>
                    <a:pt x="12700" y="12700"/>
                  </a:moveTo>
                  <a:lnTo>
                    <a:pt x="50800" y="12700"/>
                  </a:lnTo>
                </a:path>
                <a:path extrusionOk="0" h="25400" w="50800">
                  <a:moveTo>
                    <a:pt x="12700" y="25400"/>
                  </a:moveTo>
                  <a:lnTo>
                    <a:pt x="50800" y="2540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 name="Google Shape;163;p1"/>
            <p:cNvSpPr/>
            <p:nvPr/>
          </p:nvSpPr>
          <p:spPr>
            <a:xfrm>
              <a:off x="4909172" y="3176574"/>
              <a:ext cx="203200" cy="38100"/>
            </a:xfrm>
            <a:custGeom>
              <a:rect b="b" l="l" r="r" t="t"/>
              <a:pathLst>
                <a:path extrusionOk="0" h="38100" w="203200">
                  <a:moveTo>
                    <a:pt x="25400" y="0"/>
                  </a:moveTo>
                  <a:lnTo>
                    <a:pt x="0" y="19050"/>
                  </a:lnTo>
                  <a:lnTo>
                    <a:pt x="25400" y="38100"/>
                  </a:lnTo>
                  <a:lnTo>
                    <a:pt x="25400" y="0"/>
                  </a:lnTo>
                  <a:close/>
                </a:path>
                <a:path extrusionOk="0" h="38100" w="203200">
                  <a:moveTo>
                    <a:pt x="177802" y="0"/>
                  </a:moveTo>
                  <a:lnTo>
                    <a:pt x="177802" y="38100"/>
                  </a:lnTo>
                  <a:lnTo>
                    <a:pt x="203202" y="19050"/>
                  </a:lnTo>
                  <a:lnTo>
                    <a:pt x="177802"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 name="Google Shape;164;p1"/>
            <p:cNvSpPr/>
            <p:nvPr/>
          </p:nvSpPr>
          <p:spPr>
            <a:xfrm>
              <a:off x="4985373" y="3208324"/>
              <a:ext cx="50800" cy="12700"/>
            </a:xfrm>
            <a:custGeom>
              <a:rect b="b" l="l" r="r" t="t"/>
              <a:pathLst>
                <a:path extrusionOk="0" h="12700" w="50800">
                  <a:moveTo>
                    <a:pt x="0" y="0"/>
                  </a:moveTo>
                  <a:lnTo>
                    <a:pt x="38100" y="0"/>
                  </a:lnTo>
                </a:path>
                <a:path extrusionOk="0" h="12700" w="50800">
                  <a:moveTo>
                    <a:pt x="12700" y="12699"/>
                  </a:moveTo>
                  <a:lnTo>
                    <a:pt x="50800" y="12699"/>
                  </a:lnTo>
                </a:path>
              </a:pathLst>
            </a:custGeom>
            <a:noFill/>
            <a:ln cap="flat" cmpd="sng" w="9525">
              <a:solidFill>
                <a:srgbClr val="D2DBE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65" name="Google Shape;165;p1"/>
          <p:cNvSpPr/>
          <p:nvPr/>
        </p:nvSpPr>
        <p:spPr>
          <a:xfrm>
            <a:off x="5284306" y="3170224"/>
            <a:ext cx="50800" cy="50800"/>
          </a:xfrm>
          <a:custGeom>
            <a:rect b="b" l="l" r="r" t="t"/>
            <a:pathLst>
              <a:path extrusionOk="0" h="50800" w="50800">
                <a:moveTo>
                  <a:pt x="0" y="0"/>
                </a:moveTo>
                <a:lnTo>
                  <a:pt x="38100" y="0"/>
                </a:lnTo>
              </a:path>
              <a:path extrusionOk="0" h="50800" w="50800">
                <a:moveTo>
                  <a:pt x="12700" y="12700"/>
                </a:moveTo>
                <a:lnTo>
                  <a:pt x="50800" y="12700"/>
                </a:lnTo>
              </a:path>
              <a:path extrusionOk="0" h="50800" w="50800">
                <a:moveTo>
                  <a:pt x="12700" y="25400"/>
                </a:moveTo>
                <a:lnTo>
                  <a:pt x="50800" y="25400"/>
                </a:lnTo>
              </a:path>
              <a:path extrusionOk="0" h="50800" w="50800">
                <a:moveTo>
                  <a:pt x="0" y="38100"/>
                </a:moveTo>
                <a:lnTo>
                  <a:pt x="38100" y="38100"/>
                </a:lnTo>
              </a:path>
              <a:path extrusionOk="0" h="50800" w="50800">
                <a:moveTo>
                  <a:pt x="12700" y="50800"/>
                </a:moveTo>
                <a:lnTo>
                  <a:pt x="50800" y="5080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66" name="Google Shape;166;p1"/>
          <p:cNvGrpSpPr/>
          <p:nvPr/>
        </p:nvGrpSpPr>
        <p:grpSpPr>
          <a:xfrm>
            <a:off x="5491797" y="3170224"/>
            <a:ext cx="233679" cy="50800"/>
            <a:chOff x="5491797" y="3170224"/>
            <a:chExt cx="233679" cy="50800"/>
          </a:xfrm>
        </p:grpSpPr>
        <p:sp>
          <p:nvSpPr>
            <p:cNvPr id="167" name="Google Shape;167;p1"/>
            <p:cNvSpPr/>
            <p:nvPr/>
          </p:nvSpPr>
          <p:spPr>
            <a:xfrm>
              <a:off x="5613718" y="3200704"/>
              <a:ext cx="20320" cy="20320"/>
            </a:xfrm>
            <a:custGeom>
              <a:rect b="b" l="l" r="r" t="t"/>
              <a:pathLst>
                <a:path extrusionOk="0" h="20319" w="20320">
                  <a:moveTo>
                    <a:pt x="0" y="0"/>
                  </a:moveTo>
                  <a:lnTo>
                    <a:pt x="20320" y="2032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 name="Google Shape;168;p1"/>
            <p:cNvSpPr/>
            <p:nvPr/>
          </p:nvSpPr>
          <p:spPr>
            <a:xfrm>
              <a:off x="5586654" y="3174209"/>
              <a:ext cx="30480" cy="30480"/>
            </a:xfrm>
            <a:custGeom>
              <a:rect b="b" l="l" r="r" t="t"/>
              <a:pathLst>
                <a:path extrusionOk="0" h="30480" w="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9" name="Google Shape;169;p1"/>
            <p:cNvSpPr/>
            <p:nvPr/>
          </p:nvSpPr>
          <p:spPr>
            <a:xfrm>
              <a:off x="5491797" y="3170224"/>
              <a:ext cx="233679" cy="50800"/>
            </a:xfrm>
            <a:custGeom>
              <a:rect b="b" l="l" r="r" t="t"/>
              <a:pathLst>
                <a:path extrusionOk="0" h="50800" w="233679">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extrusionOk="0" h="50800" w="233679">
                  <a:moveTo>
                    <a:pt x="30480" y="17780"/>
                  </a:moveTo>
                  <a:lnTo>
                    <a:pt x="15240" y="30480"/>
                  </a:lnTo>
                  <a:lnTo>
                    <a:pt x="0" y="17780"/>
                  </a:lnTo>
                </a:path>
                <a:path extrusionOk="0" h="50800" w="233679">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extrusionOk="0" h="50800" w="233679">
                  <a:moveTo>
                    <a:pt x="233682" y="17780"/>
                  </a:moveTo>
                  <a:lnTo>
                    <a:pt x="218442" y="30480"/>
                  </a:lnTo>
                  <a:lnTo>
                    <a:pt x="203202" y="1778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70" name="Google Shape;170;p1"/>
          <p:cNvSpPr txBox="1"/>
          <p:nvPr>
            <p:ph idx="12" type="sldNum"/>
          </p:nvPr>
        </p:nvSpPr>
        <p:spPr>
          <a:xfrm>
            <a:off x="5404855" y="3120759"/>
            <a:ext cx="2982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
          <p:cNvSpPr txBox="1"/>
          <p:nvPr>
            <p:ph type="title"/>
          </p:nvPr>
        </p:nvSpPr>
        <p:spPr>
          <a:xfrm>
            <a:off x="95300" y="58607"/>
            <a:ext cx="1591800" cy="232800"/>
          </a:xfrm>
          <a:prstGeom prst="rect">
            <a:avLst/>
          </a:prstGeom>
          <a:noFill/>
          <a:ln>
            <a:noFill/>
          </a:ln>
        </p:spPr>
        <p:txBody>
          <a:bodyPr anchorCtr="0" anchor="t" bIns="0" lIns="0" spcFirstLastPara="1" rIns="0" wrap="square" tIns="17125">
            <a:spAutoFit/>
          </a:bodyPr>
          <a:lstStyle/>
          <a:p>
            <a:pPr indent="0" lvl="0" marL="12700" rtl="0" algn="l">
              <a:lnSpc>
                <a:spcPct val="100000"/>
              </a:lnSpc>
              <a:spcBef>
                <a:spcPts val="0"/>
              </a:spcBef>
              <a:spcAft>
                <a:spcPts val="0"/>
              </a:spcAft>
              <a:buSzPts val="1400"/>
              <a:buNone/>
            </a:pPr>
            <a:r>
              <a:rPr lang="en-US"/>
              <a:t>NỘI DUNG BÁO CÁO</a:t>
            </a:r>
            <a:endParaRPr/>
          </a:p>
        </p:txBody>
      </p:sp>
      <p:pic>
        <p:nvPicPr>
          <p:cNvPr id="176" name="Google Shape;176;p2"/>
          <p:cNvPicPr preferRelativeResize="0"/>
          <p:nvPr/>
        </p:nvPicPr>
        <p:blipFill rotWithShape="1">
          <a:blip r:embed="rId3">
            <a:alphaModFix/>
          </a:blip>
          <a:srcRect b="0" l="0" r="0" t="0"/>
          <a:stretch/>
        </p:blipFill>
        <p:spPr>
          <a:xfrm>
            <a:off x="87693" y="722363"/>
            <a:ext cx="165277" cy="165277"/>
          </a:xfrm>
          <a:prstGeom prst="rect">
            <a:avLst/>
          </a:prstGeom>
          <a:noFill/>
          <a:ln>
            <a:noFill/>
          </a:ln>
        </p:spPr>
      </p:pic>
      <p:pic>
        <p:nvPicPr>
          <p:cNvPr id="177" name="Google Shape;177;p2"/>
          <p:cNvPicPr preferRelativeResize="0"/>
          <p:nvPr/>
        </p:nvPicPr>
        <p:blipFill rotWithShape="1">
          <a:blip r:embed="rId4">
            <a:alphaModFix/>
          </a:blip>
          <a:srcRect b="0" l="0" r="0" t="0"/>
          <a:stretch/>
        </p:blipFill>
        <p:spPr>
          <a:xfrm>
            <a:off x="87693" y="1076553"/>
            <a:ext cx="165277" cy="165277"/>
          </a:xfrm>
          <a:prstGeom prst="rect">
            <a:avLst/>
          </a:prstGeom>
          <a:noFill/>
          <a:ln>
            <a:noFill/>
          </a:ln>
        </p:spPr>
      </p:pic>
      <p:sp>
        <p:nvSpPr>
          <p:cNvPr id="178" name="Google Shape;178;p2"/>
          <p:cNvSpPr txBox="1"/>
          <p:nvPr/>
        </p:nvSpPr>
        <p:spPr>
          <a:xfrm>
            <a:off x="128904" y="698244"/>
            <a:ext cx="2581200" cy="535500"/>
          </a:xfrm>
          <a:prstGeom prst="rect">
            <a:avLst/>
          </a:prstGeom>
          <a:noFill/>
          <a:ln>
            <a:noFill/>
          </a:ln>
        </p:spPr>
        <p:txBody>
          <a:bodyPr anchorCtr="0" anchor="t" bIns="0" lIns="0" spcFirstLastPara="1" rIns="0" wrap="square" tIns="11425">
            <a:spAutoFit/>
          </a:bodyPr>
          <a:lstStyle/>
          <a:p>
            <a:pPr indent="-171450" lvl="0" marL="184150" marR="0" rtl="0" algn="l">
              <a:lnSpc>
                <a:spcPct val="100000"/>
              </a:lnSpc>
              <a:spcBef>
                <a:spcPts val="0"/>
              </a:spcBef>
              <a:spcAft>
                <a:spcPts val="0"/>
              </a:spcAft>
              <a:buClr>
                <a:srgbClr val="E8EDF1"/>
              </a:buClr>
              <a:buSzPts val="800"/>
              <a:buFont typeface="Century Gothic"/>
              <a:buAutoNum type="arabicPlain"/>
            </a:pPr>
            <a:r>
              <a:rPr b="1" i="0" lang="en-US" sz="1100" u="none" cap="none" strike="noStrike">
                <a:solidFill>
                  <a:srgbClr val="000000"/>
                </a:solidFill>
                <a:latin typeface="Calibri"/>
                <a:ea typeface="Calibri"/>
                <a:cs typeface="Calibri"/>
                <a:sym typeface="Calibri"/>
              </a:rPr>
              <a:t>Giới thiệu đề tài</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125"/>
              </a:spcBef>
              <a:spcAft>
                <a:spcPts val="0"/>
              </a:spcAft>
              <a:buClr>
                <a:srgbClr val="E8EDF1"/>
              </a:buClr>
              <a:buSzPts val="1100"/>
              <a:buFont typeface="Century Gothic"/>
              <a:buNone/>
            </a:pPr>
            <a:r>
              <a:t/>
            </a:r>
            <a:endParaRPr b="0" i="0" sz="1100" u="none" cap="none" strike="noStrike">
              <a:solidFill>
                <a:srgbClr val="000000"/>
              </a:solidFill>
              <a:latin typeface="Calibri"/>
              <a:ea typeface="Calibri"/>
              <a:cs typeface="Calibri"/>
              <a:sym typeface="Calibri"/>
            </a:endParaRPr>
          </a:p>
          <a:p>
            <a:pPr indent="-171450" lvl="0" marL="184150" marR="0" rtl="0" algn="l">
              <a:lnSpc>
                <a:spcPct val="100000"/>
              </a:lnSpc>
              <a:spcBef>
                <a:spcPts val="0"/>
              </a:spcBef>
              <a:spcAft>
                <a:spcPts val="0"/>
              </a:spcAft>
              <a:buClr>
                <a:srgbClr val="E8EDF1"/>
              </a:buClr>
              <a:buSzPts val="800"/>
              <a:buFont typeface="Century Gothic"/>
              <a:buAutoNum type="arabicPlain"/>
            </a:pPr>
            <a:r>
              <a:rPr b="1" i="0" lang="en-US" sz="1100" u="none" cap="none" strike="noStrike">
                <a:solidFill>
                  <a:srgbClr val="000000"/>
                </a:solidFill>
                <a:latin typeface="Calibri"/>
                <a:ea typeface="Calibri"/>
                <a:cs typeface="Calibri"/>
                <a:sym typeface="Calibri"/>
              </a:rPr>
              <a:t>Thống kê sơ bộ</a:t>
            </a:r>
            <a:endParaRPr b="0" i="0" sz="1100" u="none" cap="none" strike="noStrike">
              <a:solidFill>
                <a:srgbClr val="000000"/>
              </a:solidFill>
              <a:latin typeface="Calibri"/>
              <a:ea typeface="Calibri"/>
              <a:cs typeface="Calibri"/>
              <a:sym typeface="Calibri"/>
            </a:endParaRPr>
          </a:p>
        </p:txBody>
      </p:sp>
      <p:pic>
        <p:nvPicPr>
          <p:cNvPr id="179" name="Google Shape;179;p2"/>
          <p:cNvPicPr preferRelativeResize="0"/>
          <p:nvPr/>
        </p:nvPicPr>
        <p:blipFill rotWithShape="1">
          <a:blip r:embed="rId5">
            <a:alphaModFix/>
          </a:blip>
          <a:srcRect b="0" l="0" r="0" t="0"/>
          <a:stretch/>
        </p:blipFill>
        <p:spPr>
          <a:xfrm>
            <a:off x="87693" y="1430756"/>
            <a:ext cx="165277" cy="165277"/>
          </a:xfrm>
          <a:prstGeom prst="rect">
            <a:avLst/>
          </a:prstGeom>
          <a:noFill/>
          <a:ln>
            <a:noFill/>
          </a:ln>
        </p:spPr>
      </p:pic>
      <p:sp>
        <p:nvSpPr>
          <p:cNvPr id="180" name="Google Shape;180;p2"/>
          <p:cNvSpPr txBox="1"/>
          <p:nvPr/>
        </p:nvSpPr>
        <p:spPr>
          <a:xfrm>
            <a:off x="128904" y="1435632"/>
            <a:ext cx="83185" cy="1473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1" i="0" lang="en-US" sz="800" u="none" cap="none" strike="noStrike">
                <a:solidFill>
                  <a:srgbClr val="E8EDF1"/>
                </a:solidFill>
                <a:latin typeface="Century Gothic"/>
                <a:ea typeface="Century Gothic"/>
                <a:cs typeface="Century Gothic"/>
                <a:sym typeface="Century Gothic"/>
              </a:rPr>
              <a:t>3</a:t>
            </a:r>
            <a:endParaRPr b="0" i="0" sz="800" u="none" cap="none" strike="noStrike">
              <a:solidFill>
                <a:srgbClr val="000000"/>
              </a:solidFill>
              <a:latin typeface="Century Gothic"/>
              <a:ea typeface="Century Gothic"/>
              <a:cs typeface="Century Gothic"/>
              <a:sym typeface="Century Gothic"/>
            </a:endParaRPr>
          </a:p>
        </p:txBody>
      </p:sp>
      <p:sp>
        <p:nvSpPr>
          <p:cNvPr id="181" name="Google Shape;181;p2"/>
          <p:cNvSpPr txBox="1"/>
          <p:nvPr/>
        </p:nvSpPr>
        <p:spPr>
          <a:xfrm>
            <a:off x="300646" y="1406625"/>
            <a:ext cx="1386600" cy="18090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Calibri"/>
                <a:ea typeface="Calibri"/>
                <a:cs typeface="Calibri"/>
                <a:sym typeface="Calibri"/>
              </a:rPr>
              <a:t>Tiền xử lý dữ liệu</a:t>
            </a:r>
            <a:endParaRPr b="0" i="0" sz="1100" u="none" cap="none" strike="noStrike">
              <a:solidFill>
                <a:srgbClr val="000000"/>
              </a:solidFill>
              <a:latin typeface="Calibri"/>
              <a:ea typeface="Calibri"/>
              <a:cs typeface="Calibri"/>
              <a:sym typeface="Calibri"/>
            </a:endParaRPr>
          </a:p>
        </p:txBody>
      </p:sp>
      <p:pic>
        <p:nvPicPr>
          <p:cNvPr id="182" name="Google Shape;182;p2"/>
          <p:cNvPicPr preferRelativeResize="0"/>
          <p:nvPr/>
        </p:nvPicPr>
        <p:blipFill rotWithShape="1">
          <a:blip r:embed="rId6">
            <a:alphaModFix/>
          </a:blip>
          <a:srcRect b="0" l="0" r="0" t="0"/>
          <a:stretch/>
        </p:blipFill>
        <p:spPr>
          <a:xfrm>
            <a:off x="87693" y="1784946"/>
            <a:ext cx="165277" cy="165277"/>
          </a:xfrm>
          <a:prstGeom prst="rect">
            <a:avLst/>
          </a:prstGeom>
          <a:noFill/>
          <a:ln>
            <a:noFill/>
          </a:ln>
        </p:spPr>
      </p:pic>
      <p:sp>
        <p:nvSpPr>
          <p:cNvPr id="183" name="Google Shape;183;p2"/>
          <p:cNvSpPr txBox="1"/>
          <p:nvPr/>
        </p:nvSpPr>
        <p:spPr>
          <a:xfrm>
            <a:off x="128904" y="1789822"/>
            <a:ext cx="83100" cy="1473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1" i="0" lang="en-US" sz="800" u="none" cap="none" strike="noStrike">
                <a:solidFill>
                  <a:srgbClr val="E8EDF1"/>
                </a:solidFill>
                <a:latin typeface="Century Gothic"/>
                <a:ea typeface="Century Gothic"/>
                <a:cs typeface="Century Gothic"/>
                <a:sym typeface="Century Gothic"/>
              </a:rPr>
              <a:t>4</a:t>
            </a:r>
            <a:endParaRPr b="0" i="0" sz="800" u="none" cap="none" strike="noStrike">
              <a:solidFill>
                <a:srgbClr val="000000"/>
              </a:solidFill>
              <a:latin typeface="Century Gothic"/>
              <a:ea typeface="Century Gothic"/>
              <a:cs typeface="Century Gothic"/>
              <a:sym typeface="Century Gothic"/>
            </a:endParaRPr>
          </a:p>
        </p:txBody>
      </p:sp>
      <p:sp>
        <p:nvSpPr>
          <p:cNvPr id="184" name="Google Shape;184;p2"/>
          <p:cNvSpPr txBox="1"/>
          <p:nvPr/>
        </p:nvSpPr>
        <p:spPr>
          <a:xfrm>
            <a:off x="300659" y="1760840"/>
            <a:ext cx="1162200" cy="18090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Calibri"/>
                <a:ea typeface="Calibri"/>
                <a:cs typeface="Calibri"/>
                <a:sym typeface="Calibri"/>
              </a:rPr>
              <a:t>Thống kê mô tả</a:t>
            </a:r>
            <a:endParaRPr b="0" i="0" sz="1100" u="none" cap="none" strike="noStrike">
              <a:solidFill>
                <a:srgbClr val="000000"/>
              </a:solidFill>
              <a:latin typeface="Calibri"/>
              <a:ea typeface="Calibri"/>
              <a:cs typeface="Calibri"/>
              <a:sym typeface="Calibri"/>
            </a:endParaRPr>
          </a:p>
        </p:txBody>
      </p:sp>
      <p:pic>
        <p:nvPicPr>
          <p:cNvPr id="185" name="Google Shape;185;p2"/>
          <p:cNvPicPr preferRelativeResize="0"/>
          <p:nvPr/>
        </p:nvPicPr>
        <p:blipFill rotWithShape="1">
          <a:blip r:embed="rId7">
            <a:alphaModFix/>
          </a:blip>
          <a:srcRect b="0" l="0" r="0" t="0"/>
          <a:stretch/>
        </p:blipFill>
        <p:spPr>
          <a:xfrm>
            <a:off x="87693" y="2139149"/>
            <a:ext cx="165277" cy="165277"/>
          </a:xfrm>
          <a:prstGeom prst="rect">
            <a:avLst/>
          </a:prstGeom>
          <a:noFill/>
          <a:ln>
            <a:noFill/>
          </a:ln>
        </p:spPr>
      </p:pic>
      <p:sp>
        <p:nvSpPr>
          <p:cNvPr id="186" name="Google Shape;186;p2"/>
          <p:cNvSpPr txBox="1"/>
          <p:nvPr/>
        </p:nvSpPr>
        <p:spPr>
          <a:xfrm>
            <a:off x="128904" y="2144025"/>
            <a:ext cx="83185" cy="1473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1" i="0" lang="en-US" sz="800" u="none" cap="none" strike="noStrike">
                <a:solidFill>
                  <a:srgbClr val="E8EDF1"/>
                </a:solidFill>
                <a:latin typeface="Century Gothic"/>
                <a:ea typeface="Century Gothic"/>
                <a:cs typeface="Century Gothic"/>
                <a:sym typeface="Century Gothic"/>
              </a:rPr>
              <a:t>5</a:t>
            </a:r>
            <a:endParaRPr b="0" i="0" sz="800" u="none" cap="none" strike="noStrike">
              <a:solidFill>
                <a:srgbClr val="000000"/>
              </a:solidFill>
              <a:latin typeface="Century Gothic"/>
              <a:ea typeface="Century Gothic"/>
              <a:cs typeface="Century Gothic"/>
              <a:sym typeface="Century Gothic"/>
            </a:endParaRPr>
          </a:p>
        </p:txBody>
      </p:sp>
      <p:sp>
        <p:nvSpPr>
          <p:cNvPr id="187" name="Google Shape;187;p2"/>
          <p:cNvSpPr txBox="1"/>
          <p:nvPr/>
        </p:nvSpPr>
        <p:spPr>
          <a:xfrm>
            <a:off x="300659" y="2115031"/>
            <a:ext cx="1594500" cy="18090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Calibri"/>
                <a:ea typeface="Calibri"/>
                <a:cs typeface="Calibri"/>
                <a:sym typeface="Calibri"/>
              </a:rPr>
              <a:t>Mô hình Random Forest</a:t>
            </a:r>
            <a:endParaRPr b="0" i="0" sz="1100" u="none" cap="none" strike="noStrike">
              <a:solidFill>
                <a:srgbClr val="000000"/>
              </a:solidFill>
              <a:latin typeface="Calibri"/>
              <a:ea typeface="Calibri"/>
              <a:cs typeface="Calibri"/>
              <a:sym typeface="Calibri"/>
            </a:endParaRPr>
          </a:p>
        </p:txBody>
      </p:sp>
      <p:pic>
        <p:nvPicPr>
          <p:cNvPr id="188" name="Google Shape;188;p2"/>
          <p:cNvPicPr preferRelativeResize="0"/>
          <p:nvPr/>
        </p:nvPicPr>
        <p:blipFill rotWithShape="1">
          <a:blip r:embed="rId8">
            <a:alphaModFix/>
          </a:blip>
          <a:srcRect b="0" l="0" r="0" t="0"/>
          <a:stretch/>
        </p:blipFill>
        <p:spPr>
          <a:xfrm>
            <a:off x="87693" y="2493340"/>
            <a:ext cx="165277" cy="165277"/>
          </a:xfrm>
          <a:prstGeom prst="rect">
            <a:avLst/>
          </a:prstGeom>
          <a:noFill/>
          <a:ln>
            <a:noFill/>
          </a:ln>
        </p:spPr>
      </p:pic>
      <p:sp>
        <p:nvSpPr>
          <p:cNvPr id="189" name="Google Shape;189;p2"/>
          <p:cNvSpPr txBox="1"/>
          <p:nvPr/>
        </p:nvSpPr>
        <p:spPr>
          <a:xfrm>
            <a:off x="128904" y="2498215"/>
            <a:ext cx="83185" cy="1473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1" i="0" lang="en-US" sz="800" u="none" cap="none" strike="noStrike">
                <a:solidFill>
                  <a:srgbClr val="E8EDF1"/>
                </a:solidFill>
                <a:latin typeface="Century Gothic"/>
                <a:ea typeface="Century Gothic"/>
                <a:cs typeface="Century Gothic"/>
                <a:sym typeface="Century Gothic"/>
              </a:rPr>
              <a:t>6</a:t>
            </a:r>
            <a:endParaRPr b="0" i="0" sz="800" u="none" cap="none" strike="noStrike">
              <a:solidFill>
                <a:srgbClr val="000000"/>
              </a:solidFill>
              <a:latin typeface="Century Gothic"/>
              <a:ea typeface="Century Gothic"/>
              <a:cs typeface="Century Gothic"/>
              <a:sym typeface="Century Gothic"/>
            </a:endParaRPr>
          </a:p>
        </p:txBody>
      </p:sp>
      <p:sp>
        <p:nvSpPr>
          <p:cNvPr id="190" name="Google Shape;190;p2"/>
          <p:cNvSpPr txBox="1"/>
          <p:nvPr/>
        </p:nvSpPr>
        <p:spPr>
          <a:xfrm>
            <a:off x="300640" y="2469225"/>
            <a:ext cx="1512900" cy="18090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Calibri"/>
                <a:ea typeface="Calibri"/>
                <a:cs typeface="Calibri"/>
                <a:sym typeface="Calibri"/>
              </a:rPr>
              <a:t>Kết quả mô hình</a:t>
            </a:r>
            <a:endParaRPr b="0" i="0" sz="1100" u="none" cap="none" strike="noStrike">
              <a:solidFill>
                <a:srgbClr val="000000"/>
              </a:solidFill>
              <a:latin typeface="Calibri"/>
              <a:ea typeface="Calibri"/>
              <a:cs typeface="Calibri"/>
              <a:sym typeface="Calibri"/>
            </a:endParaRPr>
          </a:p>
        </p:txBody>
      </p:sp>
      <p:grpSp>
        <p:nvGrpSpPr>
          <p:cNvPr id="191" name="Google Shape;191;p2"/>
          <p:cNvGrpSpPr/>
          <p:nvPr/>
        </p:nvGrpSpPr>
        <p:grpSpPr>
          <a:xfrm>
            <a:off x="0" y="3126384"/>
            <a:ext cx="5760185" cy="113664"/>
            <a:chOff x="0" y="3126384"/>
            <a:chExt cx="5760185" cy="113664"/>
          </a:xfrm>
        </p:grpSpPr>
        <p:sp>
          <p:nvSpPr>
            <p:cNvPr id="192" name="Google Shape;192;p2"/>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3" name="Google Shape;193;p2"/>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4" name="Google Shape;194;p2"/>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95" name="Google Shape;195;p2"/>
          <p:cNvSpPr txBox="1"/>
          <p:nvPr>
            <p:ph idx="10" type="dt"/>
          </p:nvPr>
        </p:nvSpPr>
        <p:spPr>
          <a:xfrm>
            <a:off x="466267" y="3120759"/>
            <a:ext cx="995044" cy="123189"/>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196" name="Google Shape;196;p2"/>
          <p:cNvSpPr txBox="1"/>
          <p:nvPr/>
        </p:nvSpPr>
        <p:spPr>
          <a:xfrm>
            <a:off x="2669895" y="3120759"/>
            <a:ext cx="420370" cy="123189"/>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9"/>
              </a:rPr>
              <a:t>Short Title</a:t>
            </a:r>
            <a:endParaRPr b="0" i="0" sz="600" u="none" cap="none" strike="noStrike">
              <a:solidFill>
                <a:srgbClr val="000000"/>
              </a:solidFill>
              <a:latin typeface="Calibri"/>
              <a:ea typeface="Calibri"/>
              <a:cs typeface="Calibri"/>
              <a:sym typeface="Calibri"/>
            </a:endParaRPr>
          </a:p>
        </p:txBody>
      </p:sp>
      <p:sp>
        <p:nvSpPr>
          <p:cNvPr id="197" name="Google Shape;197;p2"/>
          <p:cNvSpPr txBox="1"/>
          <p:nvPr>
            <p:ph idx="11" type="ftr"/>
          </p:nvPr>
        </p:nvSpPr>
        <p:spPr>
          <a:xfrm>
            <a:off x="4422165" y="3120759"/>
            <a:ext cx="508635" cy="123189"/>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January 2024</a:t>
            </a:r>
            <a:endParaRPr/>
          </a:p>
        </p:txBody>
      </p:sp>
      <p:sp>
        <p:nvSpPr>
          <p:cNvPr id="198" name="Google Shape;198;p2"/>
          <p:cNvSpPr txBox="1"/>
          <p:nvPr/>
        </p:nvSpPr>
        <p:spPr>
          <a:xfrm>
            <a:off x="151629" y="2764365"/>
            <a:ext cx="83100" cy="1353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1" i="0" lang="en-US" sz="800" u="none" cap="none" strike="noStrike">
                <a:solidFill>
                  <a:srgbClr val="E8EDF1"/>
                </a:solidFill>
                <a:latin typeface="Century Gothic"/>
                <a:ea typeface="Century Gothic"/>
                <a:cs typeface="Century Gothic"/>
                <a:sym typeface="Century Gothic"/>
              </a:rPr>
              <a:t>6</a:t>
            </a:r>
            <a:endParaRPr b="0" i="0" sz="800" u="none" cap="none" strike="noStrike">
              <a:solidFill>
                <a:srgbClr val="000000"/>
              </a:solidFill>
              <a:latin typeface="Century Gothic"/>
              <a:ea typeface="Century Gothic"/>
              <a:cs typeface="Century Gothic"/>
              <a:sym typeface="Century Gothic"/>
            </a:endParaRPr>
          </a:p>
        </p:txBody>
      </p:sp>
      <p:sp>
        <p:nvSpPr>
          <p:cNvPr id="199" name="Google Shape;199;p2"/>
          <p:cNvSpPr txBox="1"/>
          <p:nvPr/>
        </p:nvSpPr>
        <p:spPr>
          <a:xfrm>
            <a:off x="300499" y="2847550"/>
            <a:ext cx="2581200" cy="180900"/>
          </a:xfrm>
          <a:prstGeom prst="rect">
            <a:avLst/>
          </a:prstGeom>
          <a:noFill/>
          <a:ln>
            <a:noFill/>
          </a:ln>
        </p:spPr>
        <p:txBody>
          <a:bodyPr anchorCtr="0" anchor="t" bIns="0" lIns="0" spcFirstLastPara="1" rIns="0" wrap="square" tIns="11425">
            <a:spAutoFit/>
          </a:bodyPr>
          <a:lstStyle/>
          <a:p>
            <a:pPr indent="0" lvl="0" marL="1270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Calibri"/>
                <a:ea typeface="Calibri"/>
                <a:cs typeface="Calibri"/>
                <a:sym typeface="Calibri"/>
              </a:rPr>
              <a:t>Phân loại khách hàng và đề xuất chiến lược</a:t>
            </a:r>
            <a:endParaRPr b="0" i="0" sz="1100" u="none" cap="none" strike="noStrike">
              <a:solidFill>
                <a:srgbClr val="000000"/>
              </a:solidFill>
              <a:latin typeface="Calibri"/>
              <a:ea typeface="Calibri"/>
              <a:cs typeface="Calibri"/>
              <a:sym typeface="Calibri"/>
            </a:endParaRPr>
          </a:p>
        </p:txBody>
      </p:sp>
      <p:pic>
        <p:nvPicPr>
          <p:cNvPr id="200" name="Google Shape;200;p2"/>
          <p:cNvPicPr preferRelativeResize="0"/>
          <p:nvPr/>
        </p:nvPicPr>
        <p:blipFill rotWithShape="1">
          <a:blip r:embed="rId7">
            <a:alphaModFix/>
          </a:blip>
          <a:srcRect b="0" l="0" r="0" t="0"/>
          <a:stretch/>
        </p:blipFill>
        <p:spPr>
          <a:xfrm>
            <a:off x="87706" y="2861562"/>
            <a:ext cx="165277" cy="165277"/>
          </a:xfrm>
          <a:prstGeom prst="rect">
            <a:avLst/>
          </a:prstGeom>
          <a:noFill/>
          <a:ln>
            <a:noFill/>
          </a:ln>
        </p:spPr>
      </p:pic>
      <p:sp>
        <p:nvSpPr>
          <p:cNvPr id="201" name="Google Shape;201;p2"/>
          <p:cNvSpPr txBox="1"/>
          <p:nvPr/>
        </p:nvSpPr>
        <p:spPr>
          <a:xfrm>
            <a:off x="128642" y="2870340"/>
            <a:ext cx="83100" cy="13530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rgbClr val="000000"/>
              </a:buClr>
              <a:buSzPts val="800"/>
              <a:buFont typeface="Arial"/>
              <a:buNone/>
            </a:pPr>
            <a:r>
              <a:rPr b="1" i="0" lang="en-US" sz="800" u="none" cap="none" strike="noStrike">
                <a:solidFill>
                  <a:srgbClr val="E8EDF1"/>
                </a:solidFill>
                <a:latin typeface="Century Gothic"/>
                <a:ea typeface="Century Gothic"/>
                <a:cs typeface="Century Gothic"/>
                <a:sym typeface="Century Gothic"/>
              </a:rPr>
              <a:t>7</a:t>
            </a:r>
            <a:endParaRPr b="0" i="0" sz="800" u="none" cap="none" strike="noStrike">
              <a:solidFill>
                <a:srgbClr val="000000"/>
              </a:solidFill>
              <a:latin typeface="Century Gothic"/>
              <a:ea typeface="Century Gothic"/>
              <a:cs typeface="Century Gothic"/>
              <a:sym typeface="Century Gothic"/>
            </a:endParaRPr>
          </a:p>
        </p:txBody>
      </p:sp>
      <p:sp>
        <p:nvSpPr>
          <p:cNvPr id="202" name="Google Shape;202;p2"/>
          <p:cNvSpPr txBox="1"/>
          <p:nvPr>
            <p:ph idx="12" type="sldNum"/>
          </p:nvPr>
        </p:nvSpPr>
        <p:spPr>
          <a:xfrm>
            <a:off x="5404855" y="3120759"/>
            <a:ext cx="2982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8" name="Google Shape;208;p3"/>
          <p:cNvSpPr txBox="1"/>
          <p:nvPr/>
        </p:nvSpPr>
        <p:spPr>
          <a:xfrm>
            <a:off x="1627150" y="57600"/>
            <a:ext cx="2509500" cy="232800"/>
          </a:xfrm>
          <a:prstGeom prst="rect">
            <a:avLst/>
          </a:prstGeom>
          <a:noFill/>
          <a:ln>
            <a:noFill/>
          </a:ln>
        </p:spPr>
        <p:txBody>
          <a:bodyPr anchorCtr="0" anchor="t" bIns="0" lIns="0" spcFirstLastPara="1" rIns="0" wrap="square" tIns="17125">
            <a:spAutoFit/>
          </a:bodyPr>
          <a:lstStyle/>
          <a:p>
            <a:pPr indent="0" lvl="0" marL="1270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GIỚI THIỆU ĐỀ TÀI</a:t>
            </a:r>
            <a:endParaRPr b="0" i="0" sz="1400" u="none" cap="none" strike="noStrike">
              <a:solidFill>
                <a:srgbClr val="000000"/>
              </a:solidFill>
              <a:latin typeface="Calibri"/>
              <a:ea typeface="Calibri"/>
              <a:cs typeface="Calibri"/>
              <a:sym typeface="Calibri"/>
            </a:endParaRPr>
          </a:p>
        </p:txBody>
      </p:sp>
      <p:grpSp>
        <p:nvGrpSpPr>
          <p:cNvPr id="209" name="Google Shape;209;p3"/>
          <p:cNvGrpSpPr/>
          <p:nvPr/>
        </p:nvGrpSpPr>
        <p:grpSpPr>
          <a:xfrm>
            <a:off x="0" y="3126384"/>
            <a:ext cx="5760185" cy="113664"/>
            <a:chOff x="0" y="3126384"/>
            <a:chExt cx="5760185" cy="113664"/>
          </a:xfrm>
        </p:grpSpPr>
        <p:sp>
          <p:nvSpPr>
            <p:cNvPr id="210" name="Google Shape;210;p3"/>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1" name="Google Shape;211;p3"/>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2" name="Google Shape;212;p3"/>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13" name="Google Shape;213;p3"/>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214" name="Google Shape;214;p3"/>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215" name="Google Shape;215;p3"/>
          <p:cNvSpPr txBox="1"/>
          <p:nvPr/>
        </p:nvSpPr>
        <p:spPr>
          <a:xfrm>
            <a:off x="101425" y="675500"/>
            <a:ext cx="5557200" cy="2654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chemeClr val="dk1"/>
              </a:buClr>
              <a:buSzPts val="1100"/>
              <a:buFont typeface="Arial"/>
              <a:buNone/>
            </a:pPr>
            <a:r>
              <a:rPr b="1" i="0" lang="en-US" sz="1300" u="none" cap="none" strike="noStrike">
                <a:solidFill>
                  <a:schemeClr val="dk1"/>
                </a:solidFill>
                <a:latin typeface="Arial"/>
                <a:ea typeface="Arial"/>
                <a:cs typeface="Arial"/>
                <a:sym typeface="Arial"/>
              </a:rPr>
              <a:t>Bối cảnh</a:t>
            </a:r>
            <a:endParaRPr b="1" i="0" sz="13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Sách nói ngày càng phổ biến, thay đổi hành vi tiêu dùng</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Nghiên cứu các yếu tố ảnh hưởng đến chuyển đổi</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Dữ liệu thu thập trong 2 năm, chuyển đổi sau 6 tháng tiếp theo</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chemeClr val="dk1"/>
              </a:buClr>
              <a:buSzPts val="1100"/>
              <a:buFont typeface="Arial"/>
              <a:buNone/>
            </a:pPr>
            <a:r>
              <a:rPr b="1" i="0" lang="en-US" sz="1300" u="none" cap="none" strike="noStrike">
                <a:solidFill>
                  <a:schemeClr val="dk1"/>
                </a:solidFill>
                <a:latin typeface="Arial"/>
                <a:ea typeface="Arial"/>
                <a:cs typeface="Arial"/>
                <a:sym typeface="Arial"/>
              </a:rPr>
              <a:t>Dữ liệu</a:t>
            </a:r>
            <a:endParaRPr b="1" i="0" sz="13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Nội dung: Thời lượng sách, giá tổng thể &amp; trung bình</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Hành vi: Đánh giá, điểm trung bình, thời gian nghe, hoàn thành</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Tương tác: Yêu cầu hỗ trợ, quyết định mua tiếp</a:t>
            </a:r>
            <a:endParaRPr b="0" i="0" sz="1100" u="none" cap="none" strike="noStrike">
              <a:solidFill>
                <a:schemeClr val="dk1"/>
              </a:solidFill>
              <a:latin typeface="Arial"/>
              <a:ea typeface="Arial"/>
              <a:cs typeface="Arial"/>
              <a:sym typeface="Arial"/>
            </a:endParaRPr>
          </a:p>
          <a:p>
            <a:pPr indent="0" lvl="0" marL="0" marR="0" rtl="0" algn="just">
              <a:lnSpc>
                <a:spcPct val="100000"/>
              </a:lnSpc>
              <a:spcBef>
                <a:spcPts val="1200"/>
              </a:spcBef>
              <a:spcAft>
                <a:spcPts val="0"/>
              </a:spcAft>
              <a:buClr>
                <a:srgbClr val="000000"/>
              </a:buClr>
              <a:buSzPts val="1300"/>
              <a:buFont typeface="Arial"/>
              <a:buNone/>
            </a:pPr>
            <a:r>
              <a:t/>
            </a:r>
            <a:endParaRPr b="1" i="0" sz="1300" u="none" cap="none" strike="noStrike">
              <a:solidFill>
                <a:schemeClr val="dk1"/>
              </a:solidFill>
              <a:latin typeface="Arial"/>
              <a:ea typeface="Arial"/>
              <a:cs typeface="Arial"/>
              <a:sym typeface="Arial"/>
            </a:endParaRPr>
          </a:p>
        </p:txBody>
      </p:sp>
      <p:pic>
        <p:nvPicPr>
          <p:cNvPr id="216" name="Google Shape;216;p3"/>
          <p:cNvPicPr preferRelativeResize="0"/>
          <p:nvPr/>
        </p:nvPicPr>
        <p:blipFill rotWithShape="1">
          <a:blip r:embed="rId4">
            <a:alphaModFix/>
          </a:blip>
          <a:srcRect b="0" l="0" r="0" t="0"/>
          <a:stretch/>
        </p:blipFill>
        <p:spPr>
          <a:xfrm>
            <a:off x="4614375" y="546750"/>
            <a:ext cx="1145700" cy="1574500"/>
          </a:xfrm>
          <a:prstGeom prst="rect">
            <a:avLst/>
          </a:prstGeom>
          <a:noFill/>
          <a:ln>
            <a:noFill/>
          </a:ln>
        </p:spPr>
      </p:pic>
      <p:sp>
        <p:nvSpPr>
          <p:cNvPr id="217" name="Google Shape;217;p3"/>
          <p:cNvSpPr txBox="1"/>
          <p:nvPr>
            <p:ph idx="12" type="sldNum"/>
          </p:nvPr>
        </p:nvSpPr>
        <p:spPr>
          <a:xfrm>
            <a:off x="5404855" y="3120759"/>
            <a:ext cx="2982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3" name="Google Shape;223;p4"/>
          <p:cNvSpPr txBox="1"/>
          <p:nvPr/>
        </p:nvSpPr>
        <p:spPr>
          <a:xfrm>
            <a:off x="1627150" y="57600"/>
            <a:ext cx="2509500" cy="232800"/>
          </a:xfrm>
          <a:prstGeom prst="rect">
            <a:avLst/>
          </a:prstGeom>
          <a:noFill/>
          <a:ln>
            <a:noFill/>
          </a:ln>
        </p:spPr>
        <p:txBody>
          <a:bodyPr anchorCtr="0" anchor="t" bIns="0" lIns="0" spcFirstLastPara="1" rIns="0" wrap="square" tIns="17125">
            <a:spAutoFit/>
          </a:bodyPr>
          <a:lstStyle/>
          <a:p>
            <a:pPr indent="0" lvl="0" marL="1270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GIỚI THIỆU ĐỀ TÀI</a:t>
            </a:r>
            <a:endParaRPr b="0" i="0" sz="1400" u="none" cap="none" strike="noStrike">
              <a:solidFill>
                <a:srgbClr val="000000"/>
              </a:solidFill>
              <a:latin typeface="Calibri"/>
              <a:ea typeface="Calibri"/>
              <a:cs typeface="Calibri"/>
              <a:sym typeface="Calibri"/>
            </a:endParaRPr>
          </a:p>
        </p:txBody>
      </p:sp>
      <p:grpSp>
        <p:nvGrpSpPr>
          <p:cNvPr id="224" name="Google Shape;224;p4"/>
          <p:cNvGrpSpPr/>
          <p:nvPr/>
        </p:nvGrpSpPr>
        <p:grpSpPr>
          <a:xfrm>
            <a:off x="0" y="3126384"/>
            <a:ext cx="5760185" cy="113664"/>
            <a:chOff x="0" y="3126384"/>
            <a:chExt cx="5760185" cy="113664"/>
          </a:xfrm>
        </p:grpSpPr>
        <p:sp>
          <p:nvSpPr>
            <p:cNvPr id="225" name="Google Shape;225;p4"/>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6" name="Google Shape;226;p4"/>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7" name="Google Shape;227;p4"/>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28" name="Google Shape;228;p4"/>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229" name="Google Shape;229;p4"/>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230" name="Google Shape;230;p4"/>
          <p:cNvSpPr txBox="1"/>
          <p:nvPr/>
        </p:nvSpPr>
        <p:spPr>
          <a:xfrm>
            <a:off x="101438" y="456425"/>
            <a:ext cx="5557200" cy="3064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chemeClr val="dk1"/>
              </a:buClr>
              <a:buSzPts val="1100"/>
              <a:buFont typeface="Arial"/>
              <a:buNone/>
            </a:pPr>
            <a:r>
              <a:rPr b="1" i="0" lang="en-US" sz="1300" u="none" cap="none" strike="noStrike">
                <a:solidFill>
                  <a:schemeClr val="dk1"/>
                </a:solidFill>
                <a:latin typeface="Arial"/>
                <a:ea typeface="Arial"/>
                <a:cs typeface="Arial"/>
                <a:sym typeface="Arial"/>
              </a:rPr>
              <a:t>Phương pháp phân tích</a:t>
            </a:r>
            <a:endParaRPr b="1" i="0" sz="1300" u="none" cap="none" strike="noStrike">
              <a:solidFill>
                <a:schemeClr val="dk1"/>
              </a:solidFill>
              <a:latin typeface="Arial"/>
              <a:ea typeface="Arial"/>
              <a:cs typeface="Arial"/>
              <a:sym typeface="Arial"/>
            </a:endParaRPr>
          </a:p>
          <a:p>
            <a:pPr indent="0" lvl="0" marL="0" rtl="0" algn="l">
              <a:lnSpc>
                <a:spcPct val="115000"/>
              </a:lnSpc>
              <a:spcBef>
                <a:spcPts val="1400"/>
              </a:spcBef>
              <a:spcAft>
                <a:spcPts val="0"/>
              </a:spcAft>
              <a:buNone/>
            </a:pPr>
            <a:r>
              <a:rPr lang="en-US" sz="1300">
                <a:solidFill>
                  <a:schemeClr val="dk1"/>
                </a:solidFill>
              </a:rPr>
              <a:t>Thực hiện Python trong Jupyter Notebook</a:t>
            </a:r>
            <a:endParaRPr sz="1300">
              <a:solidFill>
                <a:schemeClr val="dk1"/>
              </a:solidFill>
            </a:endParaRPr>
          </a:p>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Xử lý dữ liệu: Tiền xử lý dữ liệu</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Thống kê mô tả</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Mô hình phân tích: Random Forest</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chemeClr val="dk1"/>
              </a:buClr>
              <a:buSzPts val="1100"/>
              <a:buFont typeface="Arial"/>
              <a:buNone/>
            </a:pPr>
            <a:r>
              <a:rPr b="1" i="0" lang="en-US" sz="1300" u="none" cap="none" strike="noStrike">
                <a:solidFill>
                  <a:schemeClr val="dk1"/>
                </a:solidFill>
                <a:latin typeface="Arial"/>
                <a:ea typeface="Arial"/>
                <a:cs typeface="Arial"/>
                <a:sym typeface="Arial"/>
              </a:rPr>
              <a:t>Kết quả và Ứng dụng</a:t>
            </a:r>
            <a:endParaRPr b="1" i="0" sz="13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Dự báo xu hướng chuyển đổi</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Nhận diện nhóm khách hàng tiềm năng</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Gợi ý chiến lược kinh doanh dựa trên kết quả mô hình</a:t>
            </a:r>
            <a:endParaRPr b="0" i="0" sz="1100" u="none" cap="none" strike="noStrike">
              <a:solidFill>
                <a:schemeClr val="dk1"/>
              </a:solidFill>
              <a:latin typeface="Arial"/>
              <a:ea typeface="Arial"/>
              <a:cs typeface="Arial"/>
              <a:sym typeface="Arial"/>
            </a:endParaRPr>
          </a:p>
          <a:p>
            <a:pPr indent="0" lvl="0" marL="0" marR="0" rtl="0" algn="just">
              <a:lnSpc>
                <a:spcPct val="100000"/>
              </a:lnSpc>
              <a:spcBef>
                <a:spcPts val="1200"/>
              </a:spcBef>
              <a:spcAft>
                <a:spcPts val="0"/>
              </a:spcAft>
              <a:buClr>
                <a:srgbClr val="000000"/>
              </a:buClr>
              <a:buSzPts val="1300"/>
              <a:buFont typeface="Arial"/>
              <a:buNone/>
            </a:pPr>
            <a:r>
              <a:t/>
            </a:r>
            <a:endParaRPr b="1" i="0" sz="1300" u="none" cap="none" strike="noStrike">
              <a:solidFill>
                <a:schemeClr val="dk1"/>
              </a:solidFill>
              <a:latin typeface="Arial"/>
              <a:ea typeface="Arial"/>
              <a:cs typeface="Arial"/>
              <a:sym typeface="Arial"/>
            </a:endParaRPr>
          </a:p>
        </p:txBody>
      </p:sp>
      <p:sp>
        <p:nvSpPr>
          <p:cNvPr id="231" name="Google Shape;231;p4"/>
          <p:cNvSpPr txBox="1"/>
          <p:nvPr>
            <p:ph idx="12" type="sldNum"/>
          </p:nvPr>
        </p:nvSpPr>
        <p:spPr>
          <a:xfrm>
            <a:off x="5404855" y="3120759"/>
            <a:ext cx="2982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5"/>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7" name="Google Shape;237;p5"/>
          <p:cNvSpPr txBox="1"/>
          <p:nvPr/>
        </p:nvSpPr>
        <p:spPr>
          <a:xfrm>
            <a:off x="1627150" y="57600"/>
            <a:ext cx="2509500" cy="232800"/>
          </a:xfrm>
          <a:prstGeom prst="rect">
            <a:avLst/>
          </a:prstGeom>
          <a:noFill/>
          <a:ln>
            <a:noFill/>
          </a:ln>
        </p:spPr>
        <p:txBody>
          <a:bodyPr anchorCtr="0" anchor="t" bIns="0" lIns="0" spcFirstLastPara="1" rIns="0" wrap="square" tIns="17125">
            <a:spAutoFit/>
          </a:bodyPr>
          <a:lstStyle/>
          <a:p>
            <a:pPr indent="0" lvl="0" marL="1270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THỐNG KÊ SƠ BỘ DỮ LIỆU</a:t>
            </a:r>
            <a:endParaRPr b="0" i="0" sz="1400" u="none" cap="none" strike="noStrike">
              <a:solidFill>
                <a:srgbClr val="000000"/>
              </a:solidFill>
              <a:latin typeface="Calibri"/>
              <a:ea typeface="Calibri"/>
              <a:cs typeface="Calibri"/>
              <a:sym typeface="Calibri"/>
            </a:endParaRPr>
          </a:p>
        </p:txBody>
      </p:sp>
      <p:grpSp>
        <p:nvGrpSpPr>
          <p:cNvPr id="238" name="Google Shape;238;p5"/>
          <p:cNvGrpSpPr/>
          <p:nvPr/>
        </p:nvGrpSpPr>
        <p:grpSpPr>
          <a:xfrm>
            <a:off x="0" y="3126384"/>
            <a:ext cx="5760185" cy="113664"/>
            <a:chOff x="0" y="3126384"/>
            <a:chExt cx="5760185" cy="113664"/>
          </a:xfrm>
        </p:grpSpPr>
        <p:sp>
          <p:nvSpPr>
            <p:cNvPr id="239" name="Google Shape;239;p5"/>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0" name="Google Shape;240;p5"/>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1" name="Google Shape;241;p5"/>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42" name="Google Shape;242;p5"/>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243" name="Google Shape;243;p5"/>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pic>
        <p:nvPicPr>
          <p:cNvPr id="244" name="Google Shape;244;p5"/>
          <p:cNvPicPr preferRelativeResize="0"/>
          <p:nvPr/>
        </p:nvPicPr>
        <p:blipFill rotWithShape="1">
          <a:blip r:embed="rId4">
            <a:alphaModFix/>
          </a:blip>
          <a:srcRect b="0" l="0" r="0" t="0"/>
          <a:stretch/>
        </p:blipFill>
        <p:spPr>
          <a:xfrm>
            <a:off x="686350" y="500367"/>
            <a:ext cx="4103476" cy="2467979"/>
          </a:xfrm>
          <a:prstGeom prst="rect">
            <a:avLst/>
          </a:prstGeom>
          <a:noFill/>
          <a:ln>
            <a:noFill/>
          </a:ln>
        </p:spPr>
      </p:pic>
      <p:sp>
        <p:nvSpPr>
          <p:cNvPr id="245" name="Google Shape;245;p5"/>
          <p:cNvSpPr txBox="1"/>
          <p:nvPr>
            <p:ph idx="12" type="sldNum"/>
          </p:nvPr>
        </p:nvSpPr>
        <p:spPr>
          <a:xfrm>
            <a:off x="5404855" y="3120759"/>
            <a:ext cx="2982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6"/>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1" name="Google Shape;251;p6"/>
          <p:cNvSpPr txBox="1"/>
          <p:nvPr/>
        </p:nvSpPr>
        <p:spPr>
          <a:xfrm>
            <a:off x="1627150" y="57600"/>
            <a:ext cx="2509500" cy="232800"/>
          </a:xfrm>
          <a:prstGeom prst="rect">
            <a:avLst/>
          </a:prstGeom>
          <a:noFill/>
          <a:ln>
            <a:noFill/>
          </a:ln>
        </p:spPr>
        <p:txBody>
          <a:bodyPr anchorCtr="0" anchor="t" bIns="0" lIns="0" spcFirstLastPara="1" rIns="0" wrap="square" tIns="17125">
            <a:spAutoFit/>
          </a:bodyPr>
          <a:lstStyle/>
          <a:p>
            <a:pPr indent="0" lvl="0" marL="1270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THỐNG KÊ SƠ BỘ DỮ LIỆU</a:t>
            </a:r>
            <a:endParaRPr b="0" i="0" sz="1400" u="none" cap="none" strike="noStrike">
              <a:solidFill>
                <a:srgbClr val="000000"/>
              </a:solidFill>
              <a:latin typeface="Calibri"/>
              <a:ea typeface="Calibri"/>
              <a:cs typeface="Calibri"/>
              <a:sym typeface="Calibri"/>
            </a:endParaRPr>
          </a:p>
        </p:txBody>
      </p:sp>
      <p:grpSp>
        <p:nvGrpSpPr>
          <p:cNvPr id="252" name="Google Shape;252;p6"/>
          <p:cNvGrpSpPr/>
          <p:nvPr/>
        </p:nvGrpSpPr>
        <p:grpSpPr>
          <a:xfrm>
            <a:off x="0" y="3126384"/>
            <a:ext cx="5760185" cy="113664"/>
            <a:chOff x="0" y="3126384"/>
            <a:chExt cx="5760185" cy="113664"/>
          </a:xfrm>
        </p:grpSpPr>
        <p:sp>
          <p:nvSpPr>
            <p:cNvPr id="253" name="Google Shape;253;p6"/>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4" name="Google Shape;254;p6"/>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5" name="Google Shape;255;p6"/>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56" name="Google Shape;256;p6"/>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257" name="Google Shape;257;p6"/>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258" name="Google Shape;258;p6"/>
          <p:cNvSpPr txBox="1"/>
          <p:nvPr/>
        </p:nvSpPr>
        <p:spPr>
          <a:xfrm>
            <a:off x="96150" y="606475"/>
            <a:ext cx="5557200" cy="20319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200"/>
              <a:buFont typeface="Arial"/>
              <a:buNone/>
            </a:pPr>
            <a:r>
              <a:rPr b="0" i="0" lang="en-US" sz="1200" u="none" cap="none" strike="noStrike">
                <a:solidFill>
                  <a:srgbClr val="081B3A"/>
                </a:solidFill>
                <a:highlight>
                  <a:srgbClr val="FFFFFF"/>
                </a:highlight>
                <a:latin typeface="Arial"/>
                <a:ea typeface="Arial"/>
                <a:cs typeface="Arial"/>
                <a:sym typeface="Arial"/>
              </a:rPr>
              <a:t>Dữ liệu có 14084 dòng và 12 cột, không có giá trị thiếu, trong đó có các cột đáng chú ý:</a:t>
            </a:r>
            <a:endParaRPr b="0" i="0" sz="1200" u="none" cap="none" strike="noStrike">
              <a:solidFill>
                <a:srgbClr val="081B3A"/>
              </a:solidFill>
              <a:highlight>
                <a:srgbClr val="FFFFFF"/>
              </a:highlight>
              <a:latin typeface="Arial"/>
              <a:ea typeface="Arial"/>
              <a:cs typeface="Arial"/>
              <a:sym typeface="Arial"/>
            </a:endParaRPr>
          </a:p>
          <a:p>
            <a:pPr indent="-304800" lvl="0" marL="457200" marR="0" rtl="0" algn="just">
              <a:lnSpc>
                <a:spcPct val="100000"/>
              </a:lnSpc>
              <a:spcBef>
                <a:spcPts val="0"/>
              </a:spcBef>
              <a:spcAft>
                <a:spcPts val="0"/>
              </a:spcAft>
              <a:buClr>
                <a:srgbClr val="081B3A"/>
              </a:buClr>
              <a:buSzPts val="1200"/>
              <a:buFont typeface="Roboto"/>
              <a:buChar char="-"/>
            </a:pPr>
            <a:r>
              <a:rPr b="1" i="0" lang="en-US" sz="1200" u="none" cap="none" strike="noStrike">
                <a:solidFill>
                  <a:srgbClr val="081B3A"/>
                </a:solidFill>
                <a:highlight>
                  <a:srgbClr val="FFFFFF"/>
                </a:highlight>
                <a:latin typeface="Arial"/>
                <a:ea typeface="Arial"/>
                <a:cs typeface="Arial"/>
                <a:sym typeface="Arial"/>
              </a:rPr>
              <a:t>Book_length(mins)_length: </a:t>
            </a:r>
            <a:r>
              <a:rPr b="0" i="0" lang="en-US" sz="1200" u="none" cap="none" strike="noStrike">
                <a:solidFill>
                  <a:srgbClr val="081B3A"/>
                </a:solidFill>
                <a:highlight>
                  <a:srgbClr val="FFFFFF"/>
                </a:highlight>
                <a:latin typeface="Arial"/>
                <a:ea typeface="Arial"/>
                <a:cs typeface="Arial"/>
                <a:sym typeface="Arial"/>
              </a:rPr>
              <a:t>Tổng thời gian sách nói (phút).</a:t>
            </a:r>
            <a:endParaRPr b="0" i="0" sz="1200" u="none" cap="none" strike="noStrike">
              <a:solidFill>
                <a:srgbClr val="081B3A"/>
              </a:solidFill>
              <a:highlight>
                <a:srgbClr val="FFFFFF"/>
              </a:highlight>
              <a:latin typeface="Arial"/>
              <a:ea typeface="Arial"/>
              <a:cs typeface="Arial"/>
              <a:sym typeface="Arial"/>
            </a:endParaRPr>
          </a:p>
          <a:p>
            <a:pPr indent="-304800" lvl="0" marL="457200" marR="0" rtl="0" algn="just">
              <a:lnSpc>
                <a:spcPct val="100000"/>
              </a:lnSpc>
              <a:spcBef>
                <a:spcPts val="0"/>
              </a:spcBef>
              <a:spcAft>
                <a:spcPts val="0"/>
              </a:spcAft>
              <a:buClr>
                <a:srgbClr val="081B3A"/>
              </a:buClr>
              <a:buSzPts val="1200"/>
              <a:buFont typeface="Roboto"/>
              <a:buChar char="-"/>
            </a:pPr>
            <a:r>
              <a:rPr b="1" i="0" lang="en-US" sz="1200" u="none" cap="none" strike="noStrike">
                <a:solidFill>
                  <a:srgbClr val="081B3A"/>
                </a:solidFill>
                <a:highlight>
                  <a:srgbClr val="FFFFFF"/>
                </a:highlight>
                <a:latin typeface="Arial"/>
                <a:ea typeface="Arial"/>
                <a:cs typeface="Arial"/>
                <a:sym typeface="Arial"/>
              </a:rPr>
              <a:t>Price_overall, Price_avg:</a:t>
            </a:r>
            <a:r>
              <a:rPr b="0" i="0" lang="en-US" sz="1200" u="none" cap="none" strike="noStrike">
                <a:solidFill>
                  <a:srgbClr val="081B3A"/>
                </a:solidFill>
                <a:highlight>
                  <a:srgbClr val="FFFFFF"/>
                </a:highlight>
                <a:latin typeface="Arial"/>
                <a:ea typeface="Arial"/>
                <a:cs typeface="Arial"/>
                <a:sym typeface="Arial"/>
              </a:rPr>
              <a:t> Giá tổng thể và giá trung bình của sách.</a:t>
            </a:r>
            <a:endParaRPr b="0" i="0" sz="1200" u="none" cap="none" strike="noStrike">
              <a:solidFill>
                <a:srgbClr val="081B3A"/>
              </a:solidFill>
              <a:highlight>
                <a:srgbClr val="FFFFFF"/>
              </a:highlight>
              <a:latin typeface="Arial"/>
              <a:ea typeface="Arial"/>
              <a:cs typeface="Arial"/>
              <a:sym typeface="Arial"/>
            </a:endParaRPr>
          </a:p>
          <a:p>
            <a:pPr indent="-304800" lvl="0" marL="457200" marR="0" rtl="0" algn="just">
              <a:lnSpc>
                <a:spcPct val="100000"/>
              </a:lnSpc>
              <a:spcBef>
                <a:spcPts val="0"/>
              </a:spcBef>
              <a:spcAft>
                <a:spcPts val="0"/>
              </a:spcAft>
              <a:buClr>
                <a:srgbClr val="081B3A"/>
              </a:buClr>
              <a:buSzPts val="1200"/>
              <a:buFont typeface="Roboto"/>
              <a:buChar char="-"/>
            </a:pPr>
            <a:r>
              <a:rPr b="1" i="0" lang="en-US" sz="1200" u="none" cap="none" strike="noStrike">
                <a:solidFill>
                  <a:srgbClr val="081B3A"/>
                </a:solidFill>
                <a:highlight>
                  <a:srgbClr val="FFFFFF"/>
                </a:highlight>
                <a:latin typeface="Arial"/>
                <a:ea typeface="Arial"/>
                <a:cs typeface="Arial"/>
                <a:sym typeface="Arial"/>
              </a:rPr>
              <a:t>Review, Review10/10:</a:t>
            </a:r>
            <a:r>
              <a:rPr b="0" i="0" lang="en-US" sz="1200" u="none" cap="none" strike="noStrike">
                <a:solidFill>
                  <a:srgbClr val="081B3A"/>
                </a:solidFill>
                <a:highlight>
                  <a:srgbClr val="FFFFFF"/>
                </a:highlight>
                <a:latin typeface="Arial"/>
                <a:ea typeface="Arial"/>
                <a:cs typeface="Arial"/>
                <a:sym typeface="Arial"/>
              </a:rPr>
              <a:t> Lượt đánh giá và điểm trung bình trên thang 10.</a:t>
            </a:r>
            <a:endParaRPr b="0" i="0" sz="1200" u="none" cap="none" strike="noStrike">
              <a:solidFill>
                <a:srgbClr val="081B3A"/>
              </a:solidFill>
              <a:highlight>
                <a:srgbClr val="FFFFFF"/>
              </a:highlight>
              <a:latin typeface="Arial"/>
              <a:ea typeface="Arial"/>
              <a:cs typeface="Arial"/>
              <a:sym typeface="Arial"/>
            </a:endParaRPr>
          </a:p>
          <a:p>
            <a:pPr indent="-304800" lvl="0" marL="457200" marR="0" rtl="0" algn="just">
              <a:lnSpc>
                <a:spcPct val="100000"/>
              </a:lnSpc>
              <a:spcBef>
                <a:spcPts val="0"/>
              </a:spcBef>
              <a:spcAft>
                <a:spcPts val="0"/>
              </a:spcAft>
              <a:buClr>
                <a:srgbClr val="081B3A"/>
              </a:buClr>
              <a:buSzPts val="1200"/>
              <a:buFont typeface="Roboto"/>
              <a:buChar char="-"/>
            </a:pPr>
            <a:r>
              <a:rPr b="1" i="0" lang="en-US" sz="1200" u="none" cap="none" strike="noStrike">
                <a:solidFill>
                  <a:srgbClr val="081B3A"/>
                </a:solidFill>
                <a:highlight>
                  <a:srgbClr val="FFFFFF"/>
                </a:highlight>
                <a:latin typeface="Arial"/>
                <a:ea typeface="Arial"/>
                <a:cs typeface="Arial"/>
                <a:sym typeface="Arial"/>
              </a:rPr>
              <a:t>Minutes_listened, Completion: </a:t>
            </a:r>
            <a:r>
              <a:rPr b="0" i="0" lang="en-US" sz="1200" u="none" cap="none" strike="noStrike">
                <a:solidFill>
                  <a:srgbClr val="081B3A"/>
                </a:solidFill>
                <a:highlight>
                  <a:srgbClr val="FFFFFF"/>
                </a:highlight>
                <a:latin typeface="Arial"/>
                <a:ea typeface="Arial"/>
                <a:cs typeface="Arial"/>
                <a:sym typeface="Arial"/>
              </a:rPr>
              <a:t>Tổng số phút đã nghe và mức độ hoàn thành.</a:t>
            </a:r>
            <a:endParaRPr b="0" i="0" sz="1200" u="none" cap="none" strike="noStrike">
              <a:solidFill>
                <a:srgbClr val="081B3A"/>
              </a:solidFill>
              <a:highlight>
                <a:srgbClr val="FFFFFF"/>
              </a:highlight>
              <a:latin typeface="Arial"/>
              <a:ea typeface="Arial"/>
              <a:cs typeface="Arial"/>
              <a:sym typeface="Arial"/>
            </a:endParaRPr>
          </a:p>
          <a:p>
            <a:pPr indent="-304800" lvl="0" marL="457200" marR="0" rtl="0" algn="just">
              <a:lnSpc>
                <a:spcPct val="100000"/>
              </a:lnSpc>
              <a:spcBef>
                <a:spcPts val="0"/>
              </a:spcBef>
              <a:spcAft>
                <a:spcPts val="0"/>
              </a:spcAft>
              <a:buClr>
                <a:srgbClr val="081B3A"/>
              </a:buClr>
              <a:buSzPts val="1200"/>
              <a:buFont typeface="Roboto"/>
              <a:buChar char="-"/>
            </a:pPr>
            <a:r>
              <a:rPr b="1" i="0" lang="en-US" sz="1200" u="none" cap="none" strike="noStrike">
                <a:solidFill>
                  <a:srgbClr val="081B3A"/>
                </a:solidFill>
                <a:highlight>
                  <a:srgbClr val="FFFFFF"/>
                </a:highlight>
                <a:latin typeface="Arial"/>
                <a:ea typeface="Arial"/>
                <a:cs typeface="Arial"/>
                <a:sym typeface="Arial"/>
              </a:rPr>
              <a:t>Support_requests:</a:t>
            </a:r>
            <a:r>
              <a:rPr b="0" i="0" lang="en-US" sz="1200" u="none" cap="none" strike="noStrike">
                <a:solidFill>
                  <a:srgbClr val="081B3A"/>
                </a:solidFill>
                <a:highlight>
                  <a:srgbClr val="FFFFFF"/>
                </a:highlight>
                <a:latin typeface="Arial"/>
                <a:ea typeface="Arial"/>
                <a:cs typeface="Arial"/>
                <a:sym typeface="Arial"/>
              </a:rPr>
              <a:t> Số lần yêu cầu hỗ trợ.</a:t>
            </a:r>
            <a:endParaRPr b="0" i="0" sz="1200" u="none" cap="none" strike="noStrike">
              <a:solidFill>
                <a:srgbClr val="081B3A"/>
              </a:solidFill>
              <a:highlight>
                <a:srgbClr val="FFFFFF"/>
              </a:highlight>
              <a:latin typeface="Arial"/>
              <a:ea typeface="Arial"/>
              <a:cs typeface="Arial"/>
              <a:sym typeface="Arial"/>
            </a:endParaRPr>
          </a:p>
          <a:p>
            <a:pPr indent="-304800" lvl="0" marL="457200" marR="0" rtl="0" algn="just">
              <a:lnSpc>
                <a:spcPct val="100000"/>
              </a:lnSpc>
              <a:spcBef>
                <a:spcPts val="0"/>
              </a:spcBef>
              <a:spcAft>
                <a:spcPts val="0"/>
              </a:spcAft>
              <a:buClr>
                <a:srgbClr val="081B3A"/>
              </a:buClr>
              <a:buSzPts val="1200"/>
              <a:buFont typeface="Roboto"/>
              <a:buChar char="-"/>
            </a:pPr>
            <a:r>
              <a:rPr b="1" i="0" lang="en-US" sz="1200" u="none" cap="none" strike="noStrike">
                <a:solidFill>
                  <a:srgbClr val="081B3A"/>
                </a:solidFill>
                <a:highlight>
                  <a:srgbClr val="FFFFFF"/>
                </a:highlight>
                <a:latin typeface="Arial"/>
                <a:ea typeface="Arial"/>
                <a:cs typeface="Arial"/>
                <a:sym typeface="Arial"/>
              </a:rPr>
              <a:t>Target:</a:t>
            </a:r>
            <a:r>
              <a:rPr b="0" i="0" lang="en-US" sz="1200" u="none" cap="none" strike="noStrike">
                <a:solidFill>
                  <a:srgbClr val="081B3A"/>
                </a:solidFill>
                <a:highlight>
                  <a:srgbClr val="FFFFFF"/>
                </a:highlight>
                <a:latin typeface="Arial"/>
                <a:ea typeface="Arial"/>
                <a:cs typeface="Arial"/>
                <a:sym typeface="Arial"/>
              </a:rPr>
              <a:t> Mục tiêu (có thể dự đoán người dùng tiếp tục mua sách hay không).</a:t>
            </a:r>
            <a:endParaRPr b="0" i="0" sz="1200" u="none" cap="none" strike="noStrike">
              <a:solidFill>
                <a:srgbClr val="081B3A"/>
              </a:solidFill>
              <a:highlight>
                <a:srgbClr val="FFFFFF"/>
              </a:highlight>
              <a:latin typeface="Arial"/>
              <a:ea typeface="Arial"/>
              <a:cs typeface="Arial"/>
              <a:sym typeface="Arial"/>
            </a:endParaRPr>
          </a:p>
        </p:txBody>
      </p:sp>
      <p:sp>
        <p:nvSpPr>
          <p:cNvPr id="259" name="Google Shape;259;p6"/>
          <p:cNvSpPr txBox="1"/>
          <p:nvPr>
            <p:ph idx="12" type="sldNum"/>
          </p:nvPr>
        </p:nvSpPr>
        <p:spPr>
          <a:xfrm>
            <a:off x="5404855" y="3120759"/>
            <a:ext cx="2982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7"/>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5" name="Google Shape;265;p7"/>
          <p:cNvSpPr txBox="1"/>
          <p:nvPr/>
        </p:nvSpPr>
        <p:spPr>
          <a:xfrm>
            <a:off x="1620400" y="57600"/>
            <a:ext cx="2516400" cy="232800"/>
          </a:xfrm>
          <a:prstGeom prst="rect">
            <a:avLst/>
          </a:prstGeom>
          <a:noFill/>
          <a:ln>
            <a:noFill/>
          </a:ln>
        </p:spPr>
        <p:txBody>
          <a:bodyPr anchorCtr="0" anchor="t" bIns="0" lIns="0" spcFirstLastPara="1" rIns="0" wrap="square" tIns="17125">
            <a:spAutoFit/>
          </a:bodyPr>
          <a:lstStyle/>
          <a:p>
            <a:pPr indent="0" lvl="0" marL="1270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THỐNG KÊ SƠ BỘ DỮ LIỆU</a:t>
            </a:r>
            <a:endParaRPr b="0" i="0" sz="1400" u="none" cap="none" strike="noStrike">
              <a:solidFill>
                <a:srgbClr val="000000"/>
              </a:solidFill>
              <a:latin typeface="Calibri"/>
              <a:ea typeface="Calibri"/>
              <a:cs typeface="Calibri"/>
              <a:sym typeface="Calibri"/>
            </a:endParaRPr>
          </a:p>
        </p:txBody>
      </p:sp>
      <p:grpSp>
        <p:nvGrpSpPr>
          <p:cNvPr id="266" name="Google Shape;266;p7"/>
          <p:cNvGrpSpPr/>
          <p:nvPr/>
        </p:nvGrpSpPr>
        <p:grpSpPr>
          <a:xfrm>
            <a:off x="0" y="3126384"/>
            <a:ext cx="5760185" cy="113664"/>
            <a:chOff x="0" y="3126384"/>
            <a:chExt cx="5760185" cy="113664"/>
          </a:xfrm>
        </p:grpSpPr>
        <p:sp>
          <p:nvSpPr>
            <p:cNvPr id="267" name="Google Shape;267;p7"/>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8" name="Google Shape;268;p7"/>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9" name="Google Shape;269;p7"/>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70" name="Google Shape;270;p7"/>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271" name="Google Shape;271;p7"/>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pic>
        <p:nvPicPr>
          <p:cNvPr id="272" name="Google Shape;272;p7"/>
          <p:cNvPicPr preferRelativeResize="0"/>
          <p:nvPr/>
        </p:nvPicPr>
        <p:blipFill rotWithShape="1">
          <a:blip r:embed="rId4">
            <a:alphaModFix/>
          </a:blip>
          <a:srcRect b="0" l="0" r="0" t="0"/>
          <a:stretch/>
        </p:blipFill>
        <p:spPr>
          <a:xfrm>
            <a:off x="152400" y="441200"/>
            <a:ext cx="5460999" cy="2408326"/>
          </a:xfrm>
          <a:prstGeom prst="rect">
            <a:avLst/>
          </a:prstGeom>
          <a:noFill/>
          <a:ln>
            <a:noFill/>
          </a:ln>
        </p:spPr>
      </p:pic>
      <p:sp>
        <p:nvSpPr>
          <p:cNvPr id="273" name="Google Shape;273;p7"/>
          <p:cNvSpPr txBox="1"/>
          <p:nvPr>
            <p:ph idx="12" type="sldNum"/>
          </p:nvPr>
        </p:nvSpPr>
        <p:spPr>
          <a:xfrm>
            <a:off x="5404855" y="3120759"/>
            <a:ext cx="2982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8"/>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9" name="Google Shape;279;p8"/>
          <p:cNvSpPr txBox="1"/>
          <p:nvPr/>
        </p:nvSpPr>
        <p:spPr>
          <a:xfrm>
            <a:off x="1620400" y="57600"/>
            <a:ext cx="2509500" cy="232800"/>
          </a:xfrm>
          <a:prstGeom prst="rect">
            <a:avLst/>
          </a:prstGeom>
          <a:noFill/>
          <a:ln>
            <a:noFill/>
          </a:ln>
        </p:spPr>
        <p:txBody>
          <a:bodyPr anchorCtr="0" anchor="t" bIns="0" lIns="0" spcFirstLastPara="1" rIns="0" wrap="square" tIns="17125">
            <a:spAutoFit/>
          </a:bodyPr>
          <a:lstStyle/>
          <a:p>
            <a:pPr indent="0" lvl="0" marL="1270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THỐNG KÊ SƠ BỘ DỮ LIỆU</a:t>
            </a:r>
            <a:endParaRPr b="0" i="0" sz="1400" u="none" cap="none" strike="noStrike">
              <a:solidFill>
                <a:srgbClr val="000000"/>
              </a:solidFill>
              <a:latin typeface="Calibri"/>
              <a:ea typeface="Calibri"/>
              <a:cs typeface="Calibri"/>
              <a:sym typeface="Calibri"/>
            </a:endParaRPr>
          </a:p>
        </p:txBody>
      </p:sp>
      <p:grpSp>
        <p:nvGrpSpPr>
          <p:cNvPr id="280" name="Google Shape;280;p8"/>
          <p:cNvGrpSpPr/>
          <p:nvPr/>
        </p:nvGrpSpPr>
        <p:grpSpPr>
          <a:xfrm>
            <a:off x="0" y="3126384"/>
            <a:ext cx="5760185" cy="113664"/>
            <a:chOff x="0" y="3126384"/>
            <a:chExt cx="5760185" cy="113664"/>
          </a:xfrm>
        </p:grpSpPr>
        <p:sp>
          <p:nvSpPr>
            <p:cNvPr id="281" name="Google Shape;281;p8"/>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2" name="Google Shape;282;p8"/>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3" name="Google Shape;283;p8"/>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84" name="Google Shape;284;p8"/>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285" name="Google Shape;285;p8"/>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286" name="Google Shape;286;p8"/>
          <p:cNvSpPr txBox="1"/>
          <p:nvPr/>
        </p:nvSpPr>
        <p:spPr>
          <a:xfrm>
            <a:off x="96150" y="347975"/>
            <a:ext cx="55572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Sử dụng biểu đồ Histogram để thống kê dữ liệu:</a:t>
            </a:r>
            <a:endParaRPr b="0" i="0" sz="1200" u="none" cap="none" strike="noStrike">
              <a:solidFill>
                <a:srgbClr val="000000"/>
              </a:solidFill>
              <a:latin typeface="Arial"/>
              <a:ea typeface="Arial"/>
              <a:cs typeface="Arial"/>
              <a:sym typeface="Arial"/>
            </a:endParaRPr>
          </a:p>
        </p:txBody>
      </p:sp>
      <p:pic>
        <p:nvPicPr>
          <p:cNvPr id="287" name="Google Shape;287;p8"/>
          <p:cNvPicPr preferRelativeResize="0"/>
          <p:nvPr/>
        </p:nvPicPr>
        <p:blipFill rotWithShape="1">
          <a:blip r:embed="rId4">
            <a:alphaModFix/>
          </a:blip>
          <a:srcRect b="0" l="0" r="0" t="0"/>
          <a:stretch/>
        </p:blipFill>
        <p:spPr>
          <a:xfrm>
            <a:off x="152400" y="717275"/>
            <a:ext cx="2163424" cy="1079875"/>
          </a:xfrm>
          <a:prstGeom prst="rect">
            <a:avLst/>
          </a:prstGeom>
          <a:noFill/>
          <a:ln>
            <a:noFill/>
          </a:ln>
        </p:spPr>
      </p:pic>
      <p:pic>
        <p:nvPicPr>
          <p:cNvPr id="288" name="Google Shape;288;p8"/>
          <p:cNvPicPr preferRelativeResize="0"/>
          <p:nvPr/>
        </p:nvPicPr>
        <p:blipFill rotWithShape="1">
          <a:blip r:embed="rId5">
            <a:alphaModFix/>
          </a:blip>
          <a:srcRect b="0" l="0" r="0" t="0"/>
          <a:stretch/>
        </p:blipFill>
        <p:spPr>
          <a:xfrm>
            <a:off x="3090199" y="717275"/>
            <a:ext cx="2086290" cy="1079875"/>
          </a:xfrm>
          <a:prstGeom prst="rect">
            <a:avLst/>
          </a:prstGeom>
          <a:noFill/>
          <a:ln>
            <a:noFill/>
          </a:ln>
        </p:spPr>
      </p:pic>
      <p:pic>
        <p:nvPicPr>
          <p:cNvPr id="289" name="Google Shape;289;p8"/>
          <p:cNvPicPr preferRelativeResize="0"/>
          <p:nvPr/>
        </p:nvPicPr>
        <p:blipFill rotWithShape="1">
          <a:blip r:embed="rId6">
            <a:alphaModFix/>
          </a:blip>
          <a:srcRect b="0" l="0" r="0" t="0"/>
          <a:stretch/>
        </p:blipFill>
        <p:spPr>
          <a:xfrm>
            <a:off x="190963" y="1861950"/>
            <a:ext cx="2086300" cy="1041375"/>
          </a:xfrm>
          <a:prstGeom prst="rect">
            <a:avLst/>
          </a:prstGeom>
          <a:noFill/>
          <a:ln>
            <a:noFill/>
          </a:ln>
        </p:spPr>
      </p:pic>
      <p:pic>
        <p:nvPicPr>
          <p:cNvPr id="290" name="Google Shape;290;p8"/>
          <p:cNvPicPr preferRelativeResize="0"/>
          <p:nvPr/>
        </p:nvPicPr>
        <p:blipFill rotWithShape="1">
          <a:blip r:embed="rId7">
            <a:alphaModFix/>
          </a:blip>
          <a:srcRect b="0" l="0" r="0" t="0"/>
          <a:stretch/>
        </p:blipFill>
        <p:spPr>
          <a:xfrm>
            <a:off x="3090199" y="1861946"/>
            <a:ext cx="2086300" cy="1041379"/>
          </a:xfrm>
          <a:prstGeom prst="rect">
            <a:avLst/>
          </a:prstGeom>
          <a:noFill/>
          <a:ln>
            <a:noFill/>
          </a:ln>
        </p:spPr>
      </p:pic>
      <p:sp>
        <p:nvSpPr>
          <p:cNvPr id="291" name="Google Shape;291;p8"/>
          <p:cNvSpPr txBox="1"/>
          <p:nvPr>
            <p:ph idx="12" type="sldNum"/>
          </p:nvPr>
        </p:nvSpPr>
        <p:spPr>
          <a:xfrm>
            <a:off x="5404855" y="3120759"/>
            <a:ext cx="2982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9"/>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7" name="Google Shape;297;p9"/>
          <p:cNvSpPr txBox="1"/>
          <p:nvPr/>
        </p:nvSpPr>
        <p:spPr>
          <a:xfrm>
            <a:off x="1620400" y="57600"/>
            <a:ext cx="2523000" cy="232800"/>
          </a:xfrm>
          <a:prstGeom prst="rect">
            <a:avLst/>
          </a:prstGeom>
          <a:noFill/>
          <a:ln>
            <a:noFill/>
          </a:ln>
        </p:spPr>
        <p:txBody>
          <a:bodyPr anchorCtr="0" anchor="t" bIns="0" lIns="0" spcFirstLastPara="1" rIns="0" wrap="square" tIns="17125">
            <a:spAutoFit/>
          </a:bodyPr>
          <a:lstStyle/>
          <a:p>
            <a:pPr indent="0" lvl="0" marL="1270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THỐNG KÊ SƠ BỘ DỮ LIỆU</a:t>
            </a:r>
            <a:endParaRPr b="0" i="0" sz="1400" u="none" cap="none" strike="noStrike">
              <a:solidFill>
                <a:srgbClr val="000000"/>
              </a:solidFill>
              <a:latin typeface="Calibri"/>
              <a:ea typeface="Calibri"/>
              <a:cs typeface="Calibri"/>
              <a:sym typeface="Calibri"/>
            </a:endParaRPr>
          </a:p>
        </p:txBody>
      </p:sp>
      <p:grpSp>
        <p:nvGrpSpPr>
          <p:cNvPr id="298" name="Google Shape;298;p9"/>
          <p:cNvGrpSpPr/>
          <p:nvPr/>
        </p:nvGrpSpPr>
        <p:grpSpPr>
          <a:xfrm>
            <a:off x="0" y="3126384"/>
            <a:ext cx="5760185" cy="113664"/>
            <a:chOff x="0" y="3126384"/>
            <a:chExt cx="5760185" cy="113664"/>
          </a:xfrm>
        </p:grpSpPr>
        <p:sp>
          <p:nvSpPr>
            <p:cNvPr id="299" name="Google Shape;299;p9"/>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0" name="Google Shape;300;p9"/>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1" name="Google Shape;301;p9"/>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02" name="Google Shape;302;p9"/>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303" name="Google Shape;303;p9"/>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304" name="Google Shape;304;p9"/>
          <p:cNvSpPr txBox="1"/>
          <p:nvPr/>
        </p:nvSpPr>
        <p:spPr>
          <a:xfrm>
            <a:off x="96150" y="347975"/>
            <a:ext cx="55572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Sử dụng biểu đồ Histogram để thống kê dữ liệu:</a:t>
            </a:r>
            <a:endParaRPr b="0" i="0" sz="1200" u="none" cap="none" strike="noStrike">
              <a:solidFill>
                <a:srgbClr val="000000"/>
              </a:solidFill>
              <a:latin typeface="Arial"/>
              <a:ea typeface="Arial"/>
              <a:cs typeface="Arial"/>
              <a:sym typeface="Arial"/>
            </a:endParaRPr>
          </a:p>
        </p:txBody>
      </p:sp>
      <p:pic>
        <p:nvPicPr>
          <p:cNvPr id="305" name="Google Shape;305;p9"/>
          <p:cNvPicPr preferRelativeResize="0"/>
          <p:nvPr/>
        </p:nvPicPr>
        <p:blipFill rotWithShape="1">
          <a:blip r:embed="rId4">
            <a:alphaModFix/>
          </a:blip>
          <a:srcRect b="0" l="0" r="0" t="0"/>
          <a:stretch/>
        </p:blipFill>
        <p:spPr>
          <a:xfrm>
            <a:off x="96150" y="687850"/>
            <a:ext cx="2573750" cy="1089525"/>
          </a:xfrm>
          <a:prstGeom prst="rect">
            <a:avLst/>
          </a:prstGeom>
          <a:noFill/>
          <a:ln>
            <a:noFill/>
          </a:ln>
        </p:spPr>
      </p:pic>
      <p:pic>
        <p:nvPicPr>
          <p:cNvPr id="306" name="Google Shape;306;p9"/>
          <p:cNvPicPr preferRelativeResize="0"/>
          <p:nvPr/>
        </p:nvPicPr>
        <p:blipFill rotWithShape="1">
          <a:blip r:embed="rId5">
            <a:alphaModFix/>
          </a:blip>
          <a:srcRect b="0" l="0" r="0" t="0"/>
          <a:stretch/>
        </p:blipFill>
        <p:spPr>
          <a:xfrm>
            <a:off x="3079600" y="717275"/>
            <a:ext cx="2573750" cy="1060100"/>
          </a:xfrm>
          <a:prstGeom prst="rect">
            <a:avLst/>
          </a:prstGeom>
          <a:noFill/>
          <a:ln>
            <a:noFill/>
          </a:ln>
        </p:spPr>
      </p:pic>
      <p:pic>
        <p:nvPicPr>
          <p:cNvPr id="307" name="Google Shape;307;p9"/>
          <p:cNvPicPr preferRelativeResize="0"/>
          <p:nvPr/>
        </p:nvPicPr>
        <p:blipFill rotWithShape="1">
          <a:blip r:embed="rId6">
            <a:alphaModFix/>
          </a:blip>
          <a:srcRect b="0" l="0" r="0" t="0"/>
          <a:stretch/>
        </p:blipFill>
        <p:spPr>
          <a:xfrm>
            <a:off x="96150" y="1904300"/>
            <a:ext cx="2573750" cy="1089525"/>
          </a:xfrm>
          <a:prstGeom prst="rect">
            <a:avLst/>
          </a:prstGeom>
          <a:noFill/>
          <a:ln>
            <a:noFill/>
          </a:ln>
        </p:spPr>
      </p:pic>
      <p:pic>
        <p:nvPicPr>
          <p:cNvPr id="308" name="Google Shape;308;p9"/>
          <p:cNvPicPr preferRelativeResize="0"/>
          <p:nvPr/>
        </p:nvPicPr>
        <p:blipFill rotWithShape="1">
          <a:blip r:embed="rId7">
            <a:alphaModFix/>
          </a:blip>
          <a:srcRect b="0" l="0" r="0" t="0"/>
          <a:stretch/>
        </p:blipFill>
        <p:spPr>
          <a:xfrm>
            <a:off x="3079600" y="1907113"/>
            <a:ext cx="2573750" cy="1089525"/>
          </a:xfrm>
          <a:prstGeom prst="rect">
            <a:avLst/>
          </a:prstGeom>
          <a:noFill/>
          <a:ln>
            <a:noFill/>
          </a:ln>
        </p:spPr>
      </p:pic>
      <p:sp>
        <p:nvSpPr>
          <p:cNvPr id="309" name="Google Shape;309;p9"/>
          <p:cNvSpPr txBox="1"/>
          <p:nvPr>
            <p:ph idx="12" type="sldNum"/>
          </p:nvPr>
        </p:nvSpPr>
        <p:spPr>
          <a:xfrm>
            <a:off x="5404855" y="3120759"/>
            <a:ext cx="2982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10"/>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5" name="Google Shape;315;p10"/>
          <p:cNvSpPr txBox="1"/>
          <p:nvPr/>
        </p:nvSpPr>
        <p:spPr>
          <a:xfrm>
            <a:off x="1627150" y="57600"/>
            <a:ext cx="2502900" cy="232800"/>
          </a:xfrm>
          <a:prstGeom prst="rect">
            <a:avLst/>
          </a:prstGeom>
          <a:noFill/>
          <a:ln>
            <a:noFill/>
          </a:ln>
        </p:spPr>
        <p:txBody>
          <a:bodyPr anchorCtr="0" anchor="t" bIns="0" lIns="0" spcFirstLastPara="1" rIns="0" wrap="square" tIns="17125">
            <a:spAutoFit/>
          </a:bodyPr>
          <a:lstStyle/>
          <a:p>
            <a:pPr indent="0" lvl="0" marL="1270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THỐNG KÊ SƠ BỘ DỮ LIỆU</a:t>
            </a:r>
            <a:endParaRPr b="0" i="0" sz="1400" u="none" cap="none" strike="noStrike">
              <a:solidFill>
                <a:srgbClr val="000000"/>
              </a:solidFill>
              <a:latin typeface="Calibri"/>
              <a:ea typeface="Calibri"/>
              <a:cs typeface="Calibri"/>
              <a:sym typeface="Calibri"/>
            </a:endParaRPr>
          </a:p>
        </p:txBody>
      </p:sp>
      <p:grpSp>
        <p:nvGrpSpPr>
          <p:cNvPr id="316" name="Google Shape;316;p10"/>
          <p:cNvGrpSpPr/>
          <p:nvPr/>
        </p:nvGrpSpPr>
        <p:grpSpPr>
          <a:xfrm>
            <a:off x="0" y="3126384"/>
            <a:ext cx="5760185" cy="113664"/>
            <a:chOff x="0" y="3126384"/>
            <a:chExt cx="5760185" cy="113664"/>
          </a:xfrm>
        </p:grpSpPr>
        <p:sp>
          <p:nvSpPr>
            <p:cNvPr id="317" name="Google Shape;317;p10"/>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8" name="Google Shape;318;p10"/>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9" name="Google Shape;319;p10"/>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20" name="Google Shape;320;p10"/>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321" name="Google Shape;321;p10"/>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322" name="Google Shape;322;p10"/>
          <p:cNvSpPr txBox="1"/>
          <p:nvPr/>
        </p:nvSpPr>
        <p:spPr>
          <a:xfrm>
            <a:off x="96150" y="347975"/>
            <a:ext cx="55572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Sử dụng biểu đồ Histogram để thống kê dữ liệu:</a:t>
            </a:r>
            <a:endParaRPr b="0" i="0" sz="1200" u="none" cap="none" strike="noStrike">
              <a:solidFill>
                <a:srgbClr val="000000"/>
              </a:solidFill>
              <a:latin typeface="Arial"/>
              <a:ea typeface="Arial"/>
              <a:cs typeface="Arial"/>
              <a:sym typeface="Arial"/>
            </a:endParaRPr>
          </a:p>
        </p:txBody>
      </p:sp>
      <p:pic>
        <p:nvPicPr>
          <p:cNvPr id="323" name="Google Shape;323;p10"/>
          <p:cNvPicPr preferRelativeResize="0"/>
          <p:nvPr/>
        </p:nvPicPr>
        <p:blipFill rotWithShape="1">
          <a:blip r:embed="rId4">
            <a:alphaModFix/>
          </a:blip>
          <a:srcRect b="0" l="0" r="0" t="0"/>
          <a:stretch/>
        </p:blipFill>
        <p:spPr>
          <a:xfrm>
            <a:off x="138900" y="717275"/>
            <a:ext cx="2531001" cy="1966725"/>
          </a:xfrm>
          <a:prstGeom prst="rect">
            <a:avLst/>
          </a:prstGeom>
          <a:noFill/>
          <a:ln>
            <a:noFill/>
          </a:ln>
        </p:spPr>
      </p:pic>
      <p:pic>
        <p:nvPicPr>
          <p:cNvPr id="324" name="Google Shape;324;p10"/>
          <p:cNvPicPr preferRelativeResize="0"/>
          <p:nvPr/>
        </p:nvPicPr>
        <p:blipFill rotWithShape="1">
          <a:blip r:embed="rId5">
            <a:alphaModFix/>
          </a:blip>
          <a:srcRect b="0" l="0" r="0" t="0"/>
          <a:stretch/>
        </p:blipFill>
        <p:spPr>
          <a:xfrm>
            <a:off x="3090200" y="722225"/>
            <a:ext cx="2531001" cy="1966700"/>
          </a:xfrm>
          <a:prstGeom prst="rect">
            <a:avLst/>
          </a:prstGeom>
          <a:noFill/>
          <a:ln>
            <a:noFill/>
          </a:ln>
        </p:spPr>
      </p:pic>
      <p:sp>
        <p:nvSpPr>
          <p:cNvPr id="325" name="Google Shape;325;p10"/>
          <p:cNvSpPr txBox="1"/>
          <p:nvPr>
            <p:ph idx="12" type="sldNum"/>
          </p:nvPr>
        </p:nvSpPr>
        <p:spPr>
          <a:xfrm>
            <a:off x="5404848" y="3120750"/>
            <a:ext cx="393600" cy="92400"/>
          </a:xfrm>
          <a:prstGeom prst="rect">
            <a:avLst/>
          </a:prstGeom>
          <a:noFill/>
          <a:ln>
            <a:noFill/>
          </a:ln>
        </p:spPr>
        <p:txBody>
          <a:bodyPr anchorCtr="0" anchor="t" bIns="0" lIns="0" spcFirstLastPara="1" rIns="0" wrap="square" tIns="0">
            <a:norm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1"/>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1" name="Google Shape;331;p11"/>
          <p:cNvSpPr txBox="1"/>
          <p:nvPr/>
        </p:nvSpPr>
        <p:spPr>
          <a:xfrm>
            <a:off x="2172800" y="57600"/>
            <a:ext cx="1767300" cy="232800"/>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TIỀN XỬ LÝ DỮ LIỆU</a:t>
            </a:r>
            <a:endParaRPr b="0" i="0" sz="1400" u="none" cap="none" strike="noStrike">
              <a:solidFill>
                <a:srgbClr val="000000"/>
              </a:solidFill>
              <a:latin typeface="Calibri"/>
              <a:ea typeface="Calibri"/>
              <a:cs typeface="Calibri"/>
              <a:sym typeface="Calibri"/>
            </a:endParaRPr>
          </a:p>
        </p:txBody>
      </p:sp>
      <p:grpSp>
        <p:nvGrpSpPr>
          <p:cNvPr id="332" name="Google Shape;332;p11"/>
          <p:cNvGrpSpPr/>
          <p:nvPr/>
        </p:nvGrpSpPr>
        <p:grpSpPr>
          <a:xfrm>
            <a:off x="0" y="3126384"/>
            <a:ext cx="5760185" cy="113664"/>
            <a:chOff x="0" y="3126384"/>
            <a:chExt cx="5760185" cy="113664"/>
          </a:xfrm>
        </p:grpSpPr>
        <p:sp>
          <p:nvSpPr>
            <p:cNvPr id="333" name="Google Shape;333;p11"/>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4" name="Google Shape;334;p11"/>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5" name="Google Shape;335;p11"/>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36" name="Google Shape;336;p11"/>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337" name="Google Shape;337;p11"/>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338" name="Google Shape;338;p11"/>
          <p:cNvSpPr txBox="1"/>
          <p:nvPr/>
        </p:nvSpPr>
        <p:spPr>
          <a:xfrm>
            <a:off x="101425" y="414800"/>
            <a:ext cx="55572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Ý nghĩa: </a:t>
            </a:r>
            <a:r>
              <a:rPr b="0" i="0" lang="en-US" sz="1200" u="none" cap="none" strike="noStrike">
                <a:solidFill>
                  <a:srgbClr val="000000"/>
                </a:solidFill>
                <a:latin typeface="Arial"/>
                <a:ea typeface="Arial"/>
                <a:cs typeface="Arial"/>
                <a:sym typeface="Arial"/>
              </a:rPr>
              <a:t>giúp làm sạch và chuẩn hóa dữ liệu trước khi đưa vào mô hình, đảm bảo kết quả phân tích chính xác và đáng tin cậy.</a:t>
            </a:r>
            <a:endParaRPr b="0" i="0" sz="1200" u="none" cap="none" strike="noStrike">
              <a:solidFill>
                <a:srgbClr val="000000"/>
              </a:solidFill>
              <a:latin typeface="Arial"/>
              <a:ea typeface="Arial"/>
              <a:cs typeface="Arial"/>
              <a:sym typeface="Arial"/>
            </a:endParaRPr>
          </a:p>
        </p:txBody>
      </p:sp>
      <p:sp>
        <p:nvSpPr>
          <p:cNvPr id="339" name="Google Shape;339;p11"/>
          <p:cNvSpPr txBox="1"/>
          <p:nvPr/>
        </p:nvSpPr>
        <p:spPr>
          <a:xfrm>
            <a:off x="101425" y="884500"/>
            <a:ext cx="5387100" cy="12930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Arial"/>
                <a:ea typeface="Arial"/>
                <a:cs typeface="Arial"/>
                <a:sym typeface="Arial"/>
              </a:rPr>
              <a:t>Các bước tiền xử lý dữ liệu:</a:t>
            </a:r>
            <a:endParaRPr b="1" i="0" sz="1200" u="none" cap="none" strike="noStrike">
              <a:solidFill>
                <a:schemeClr val="dk1"/>
              </a:solidFill>
              <a:latin typeface="Arial"/>
              <a:ea typeface="Arial"/>
              <a:cs typeface="Arial"/>
              <a:sym typeface="Arial"/>
            </a:endParaRPr>
          </a:p>
          <a:p>
            <a:pPr indent="-166199" lvl="0" marL="450000" marR="0" rtl="0" algn="just">
              <a:lnSpc>
                <a:spcPct val="100000"/>
              </a:lnSpc>
              <a:spcBef>
                <a:spcPts val="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Đọc dữ liệu</a:t>
            </a:r>
            <a:endParaRPr b="0" i="0" sz="1200" u="none" cap="none" strike="noStrike">
              <a:solidFill>
                <a:schemeClr val="dk1"/>
              </a:solidFill>
              <a:latin typeface="Arial"/>
              <a:ea typeface="Arial"/>
              <a:cs typeface="Arial"/>
              <a:sym typeface="Arial"/>
            </a:endParaRPr>
          </a:p>
          <a:p>
            <a:pPr indent="-166199" lvl="0" marL="450000" marR="0" rtl="0" algn="just">
              <a:lnSpc>
                <a:spcPct val="100000"/>
              </a:lnSpc>
              <a:spcBef>
                <a:spcPts val="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Kiểm tra dữ liệu thiếu</a:t>
            </a:r>
            <a:endParaRPr b="0" i="0" sz="1200" u="none" cap="none" strike="noStrike">
              <a:solidFill>
                <a:schemeClr val="dk1"/>
              </a:solidFill>
              <a:latin typeface="Arial"/>
              <a:ea typeface="Arial"/>
              <a:cs typeface="Arial"/>
              <a:sym typeface="Arial"/>
            </a:endParaRPr>
          </a:p>
          <a:p>
            <a:pPr indent="-166199" lvl="0" marL="450000" marR="0" rtl="0" algn="just">
              <a:lnSpc>
                <a:spcPct val="100000"/>
              </a:lnSpc>
              <a:spcBef>
                <a:spcPts val="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Loại bỏ hoặc điền giá trị thiếu</a:t>
            </a:r>
            <a:endParaRPr b="0" i="0" sz="1200" u="none" cap="none" strike="noStrike">
              <a:solidFill>
                <a:schemeClr val="dk1"/>
              </a:solidFill>
              <a:latin typeface="Arial"/>
              <a:ea typeface="Arial"/>
              <a:cs typeface="Arial"/>
              <a:sym typeface="Arial"/>
            </a:endParaRPr>
          </a:p>
          <a:p>
            <a:pPr indent="-166199" lvl="0" marL="450000" marR="0" rtl="0" algn="just">
              <a:lnSpc>
                <a:spcPct val="100000"/>
              </a:lnSpc>
              <a:spcBef>
                <a:spcPts val="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Loại bỏ giá trị ngoại lai (outliers) nếu có</a:t>
            </a:r>
            <a:endParaRPr b="0" i="0" sz="1200" u="none" cap="none" strike="noStrike">
              <a:solidFill>
                <a:schemeClr val="dk1"/>
              </a:solidFill>
              <a:latin typeface="Arial"/>
              <a:ea typeface="Arial"/>
              <a:cs typeface="Arial"/>
              <a:sym typeface="Arial"/>
            </a:endParaRPr>
          </a:p>
          <a:p>
            <a:pPr indent="-166199" lvl="0" marL="450000" marR="0" rtl="0" algn="just">
              <a:lnSpc>
                <a:spcPct val="100000"/>
              </a:lnSpc>
              <a:spcBef>
                <a:spcPts val="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Chuẩn hóa dữ liệu nếu cần</a:t>
            </a:r>
            <a:endParaRPr b="0" i="0" sz="1200" u="none" cap="none" strike="noStrike">
              <a:solidFill>
                <a:schemeClr val="dk1"/>
              </a:solidFill>
              <a:latin typeface="Arial"/>
              <a:ea typeface="Arial"/>
              <a:cs typeface="Arial"/>
              <a:sym typeface="Arial"/>
            </a:endParaRPr>
          </a:p>
        </p:txBody>
      </p:sp>
      <p:sp>
        <p:nvSpPr>
          <p:cNvPr id="340" name="Google Shape;340;p11"/>
          <p:cNvSpPr txBox="1"/>
          <p:nvPr/>
        </p:nvSpPr>
        <p:spPr>
          <a:xfrm>
            <a:off x="101425" y="2103325"/>
            <a:ext cx="47376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Các phương pháp tiền xử lý dữ liệu</a:t>
            </a:r>
            <a:endParaRPr b="1" i="0" sz="1200" u="none" cap="none" strike="noStrike">
              <a:solidFill>
                <a:srgbClr val="000000"/>
              </a:solidFill>
              <a:latin typeface="Arial"/>
              <a:ea typeface="Arial"/>
              <a:cs typeface="Arial"/>
              <a:sym typeface="Arial"/>
            </a:endParaRPr>
          </a:p>
          <a:p>
            <a:pPr indent="-173399" lvl="0" marL="457200" marR="0" rtl="0" algn="l">
              <a:lnSpc>
                <a:spcPct val="100000"/>
              </a:lnSpc>
              <a:spcBef>
                <a:spcPts val="0"/>
              </a:spcBef>
              <a:spcAft>
                <a:spcPts val="0"/>
              </a:spcAft>
              <a:buClr>
                <a:srgbClr val="000000"/>
              </a:buClr>
              <a:buSzPts val="1200"/>
              <a:buFont typeface="Arial"/>
              <a:buAutoNum type="arabicPeriod"/>
            </a:pPr>
            <a:r>
              <a:rPr b="0" i="0" lang="en-US" sz="1200" u="none" cap="none" strike="noStrike">
                <a:solidFill>
                  <a:srgbClr val="000000"/>
                </a:solidFill>
                <a:latin typeface="Arial"/>
                <a:ea typeface="Arial"/>
                <a:cs typeface="Arial"/>
                <a:sym typeface="Arial"/>
              </a:rPr>
              <a:t>Phương pháp IQR (Interquartile Range).</a:t>
            </a:r>
            <a:endParaRPr b="0" i="0" sz="1200" u="none" cap="none" strike="noStrike">
              <a:solidFill>
                <a:srgbClr val="000000"/>
              </a:solidFill>
              <a:latin typeface="Arial"/>
              <a:ea typeface="Arial"/>
              <a:cs typeface="Arial"/>
              <a:sym typeface="Arial"/>
            </a:endParaRPr>
          </a:p>
          <a:p>
            <a:pPr indent="-173399" lvl="0" marL="457200" marR="0" rtl="0" algn="l">
              <a:lnSpc>
                <a:spcPct val="100000"/>
              </a:lnSpc>
              <a:spcBef>
                <a:spcPts val="0"/>
              </a:spcBef>
              <a:spcAft>
                <a:spcPts val="0"/>
              </a:spcAft>
              <a:buClr>
                <a:srgbClr val="000000"/>
              </a:buClr>
              <a:buSzPts val="1200"/>
              <a:buFont typeface="Arial"/>
              <a:buAutoNum type="arabicPeriod"/>
            </a:pPr>
            <a:r>
              <a:rPr b="0" i="0" lang="en-US" sz="1200" u="none" cap="none" strike="noStrike">
                <a:solidFill>
                  <a:srgbClr val="000000"/>
                </a:solidFill>
                <a:latin typeface="Arial"/>
                <a:ea typeface="Arial"/>
                <a:cs typeface="Arial"/>
                <a:sym typeface="Arial"/>
              </a:rPr>
              <a:t>Z-score (điểm chuẩn hóa).</a:t>
            </a:r>
            <a:endParaRPr b="0" i="0" sz="1200" u="none" cap="none" strike="noStrike">
              <a:solidFill>
                <a:srgbClr val="000000"/>
              </a:solidFill>
              <a:latin typeface="Arial"/>
              <a:ea typeface="Arial"/>
              <a:cs typeface="Arial"/>
              <a:sym typeface="Arial"/>
            </a:endParaRPr>
          </a:p>
        </p:txBody>
      </p:sp>
      <p:sp>
        <p:nvSpPr>
          <p:cNvPr id="341" name="Google Shape;341;p11"/>
          <p:cNvSpPr txBox="1"/>
          <p:nvPr>
            <p:ph idx="12" type="sldNum"/>
          </p:nvPr>
        </p:nvSpPr>
        <p:spPr>
          <a:xfrm>
            <a:off x="5404849" y="3120750"/>
            <a:ext cx="3609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12"/>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7" name="Google Shape;347;p12"/>
          <p:cNvSpPr txBox="1"/>
          <p:nvPr/>
        </p:nvSpPr>
        <p:spPr>
          <a:xfrm>
            <a:off x="2172800" y="57600"/>
            <a:ext cx="1767300" cy="232800"/>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TIỀN XỬ LÝ DỮ LIỆU</a:t>
            </a:r>
            <a:endParaRPr b="0" i="0" sz="1400" u="none" cap="none" strike="noStrike">
              <a:solidFill>
                <a:srgbClr val="000000"/>
              </a:solidFill>
              <a:latin typeface="Calibri"/>
              <a:ea typeface="Calibri"/>
              <a:cs typeface="Calibri"/>
              <a:sym typeface="Calibri"/>
            </a:endParaRPr>
          </a:p>
        </p:txBody>
      </p:sp>
      <p:grpSp>
        <p:nvGrpSpPr>
          <p:cNvPr id="348" name="Google Shape;348;p12"/>
          <p:cNvGrpSpPr/>
          <p:nvPr/>
        </p:nvGrpSpPr>
        <p:grpSpPr>
          <a:xfrm>
            <a:off x="0" y="3126384"/>
            <a:ext cx="5760185" cy="113664"/>
            <a:chOff x="0" y="3126384"/>
            <a:chExt cx="5760185" cy="113664"/>
          </a:xfrm>
        </p:grpSpPr>
        <p:sp>
          <p:nvSpPr>
            <p:cNvPr id="349" name="Google Shape;349;p12"/>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0" name="Google Shape;350;p12"/>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1" name="Google Shape;351;p12"/>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52" name="Google Shape;352;p12"/>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353" name="Google Shape;353;p12"/>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354" name="Google Shape;354;p12"/>
          <p:cNvSpPr txBox="1"/>
          <p:nvPr/>
        </p:nvSpPr>
        <p:spPr>
          <a:xfrm>
            <a:off x="0" y="637300"/>
            <a:ext cx="21324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Arial"/>
                <a:ea typeface="Arial"/>
                <a:cs typeface="Arial"/>
                <a:sym typeface="Arial"/>
              </a:rPr>
              <a:t>Tổng quan về dữ liệu</a:t>
            </a:r>
            <a:endParaRPr b="1" i="0" sz="1200" u="none" cap="none" strike="noStrike">
              <a:solidFill>
                <a:schemeClr val="dk1"/>
              </a:solidFill>
              <a:latin typeface="Arial"/>
              <a:ea typeface="Arial"/>
              <a:cs typeface="Arial"/>
              <a:sym typeface="Arial"/>
            </a:endParaRPr>
          </a:p>
          <a:p>
            <a:pPr indent="-161925" lvl="0" marL="269999" marR="0" rtl="0" algn="just">
              <a:lnSpc>
                <a:spcPct val="100000"/>
              </a:lnSpc>
              <a:spcBef>
                <a:spcPts val="0"/>
              </a:spcBef>
              <a:spcAft>
                <a:spcPts val="0"/>
              </a:spcAft>
              <a:buClr>
                <a:schemeClr val="dk1"/>
              </a:buClr>
              <a:buSzPts val="1200"/>
              <a:buFont typeface="Calibri"/>
              <a:buChar char="-"/>
            </a:pPr>
            <a:r>
              <a:rPr b="1" i="0" lang="en-US" sz="1200" u="none" cap="none" strike="noStrike">
                <a:solidFill>
                  <a:schemeClr val="dk1"/>
                </a:solidFill>
                <a:latin typeface="Arial"/>
                <a:ea typeface="Arial"/>
                <a:cs typeface="Arial"/>
                <a:sym typeface="Arial"/>
              </a:rPr>
              <a:t>Số dòng</a:t>
            </a:r>
            <a:r>
              <a:rPr b="0" i="0" lang="en-US" sz="1200" u="none" cap="none" strike="noStrike">
                <a:solidFill>
                  <a:schemeClr val="dk1"/>
                </a:solidFill>
                <a:latin typeface="Arial"/>
                <a:ea typeface="Arial"/>
                <a:cs typeface="Arial"/>
                <a:sym typeface="Arial"/>
              </a:rPr>
              <a:t>: 14,084</a:t>
            </a:r>
            <a:endParaRPr b="0" i="0" sz="1200" u="none" cap="none" strike="noStrike">
              <a:solidFill>
                <a:schemeClr val="dk1"/>
              </a:solidFill>
              <a:latin typeface="Arial"/>
              <a:ea typeface="Arial"/>
              <a:cs typeface="Arial"/>
              <a:sym typeface="Arial"/>
            </a:endParaRPr>
          </a:p>
          <a:p>
            <a:pPr indent="-161925" lvl="0" marL="269999" marR="0" rtl="0" algn="just">
              <a:lnSpc>
                <a:spcPct val="100000"/>
              </a:lnSpc>
              <a:spcBef>
                <a:spcPts val="0"/>
              </a:spcBef>
              <a:spcAft>
                <a:spcPts val="0"/>
              </a:spcAft>
              <a:buClr>
                <a:schemeClr val="dk1"/>
              </a:buClr>
              <a:buSzPts val="1200"/>
              <a:buFont typeface="Calibri"/>
              <a:buChar char="-"/>
            </a:pPr>
            <a:r>
              <a:rPr b="1" i="0" lang="en-US" sz="1200" u="none" cap="none" strike="noStrike">
                <a:solidFill>
                  <a:schemeClr val="dk1"/>
                </a:solidFill>
                <a:latin typeface="Arial"/>
                <a:ea typeface="Arial"/>
                <a:cs typeface="Arial"/>
                <a:sym typeface="Arial"/>
              </a:rPr>
              <a:t>Số cột</a:t>
            </a:r>
            <a:r>
              <a:rPr b="0" i="0" lang="en-US" sz="1200" u="none" cap="none" strike="noStrike">
                <a:solidFill>
                  <a:schemeClr val="dk1"/>
                </a:solidFill>
                <a:latin typeface="Arial"/>
                <a:ea typeface="Arial"/>
                <a:cs typeface="Arial"/>
                <a:sym typeface="Arial"/>
              </a:rPr>
              <a:t>: 12</a:t>
            </a:r>
            <a:endParaRPr b="0" i="0" sz="1200" u="none" cap="none" strike="noStrike">
              <a:solidFill>
                <a:schemeClr val="dk1"/>
              </a:solidFill>
              <a:latin typeface="Arial"/>
              <a:ea typeface="Arial"/>
              <a:cs typeface="Arial"/>
              <a:sym typeface="Arial"/>
            </a:endParaRPr>
          </a:p>
          <a:p>
            <a:pPr indent="-161925" lvl="0" marL="269999" marR="0" rtl="0" algn="just">
              <a:lnSpc>
                <a:spcPct val="100000"/>
              </a:lnSpc>
              <a:spcBef>
                <a:spcPts val="0"/>
              </a:spcBef>
              <a:spcAft>
                <a:spcPts val="0"/>
              </a:spcAft>
              <a:buClr>
                <a:schemeClr val="dk1"/>
              </a:buClr>
              <a:buSzPts val="1200"/>
              <a:buFont typeface="Calibri"/>
              <a:buChar char="-"/>
            </a:pPr>
            <a:r>
              <a:rPr b="1" i="0" lang="en-US" sz="1200" u="none" cap="none" strike="noStrike">
                <a:solidFill>
                  <a:schemeClr val="dk1"/>
                </a:solidFill>
                <a:latin typeface="Arial"/>
                <a:ea typeface="Arial"/>
                <a:cs typeface="Arial"/>
                <a:sym typeface="Arial"/>
              </a:rPr>
              <a:t>Không có giá trị thiếu</a:t>
            </a:r>
            <a:r>
              <a:rPr b="0" i="0" lang="en-US" sz="1200" u="none" cap="none" strike="noStrike">
                <a:solidFill>
                  <a:schemeClr val="dk1"/>
                </a:solidFill>
                <a:latin typeface="Arial"/>
                <a:ea typeface="Arial"/>
                <a:cs typeface="Arial"/>
                <a:sym typeface="Arial"/>
              </a:rPr>
              <a:t> trong dữ liệu</a:t>
            </a:r>
            <a:endParaRPr b="0" i="0" sz="1200" u="none" cap="none" strike="noStrike">
              <a:solidFill>
                <a:srgbClr val="000000"/>
              </a:solidFill>
              <a:latin typeface="Calibri"/>
              <a:ea typeface="Calibri"/>
              <a:cs typeface="Calibri"/>
              <a:sym typeface="Calibri"/>
            </a:endParaRPr>
          </a:p>
        </p:txBody>
      </p:sp>
      <p:pic>
        <p:nvPicPr>
          <p:cNvPr id="355" name="Google Shape;355;p12"/>
          <p:cNvPicPr preferRelativeResize="0"/>
          <p:nvPr/>
        </p:nvPicPr>
        <p:blipFill rotWithShape="1">
          <a:blip r:embed="rId4">
            <a:alphaModFix/>
          </a:blip>
          <a:srcRect b="0" l="0" r="0" t="0"/>
          <a:stretch/>
        </p:blipFill>
        <p:spPr>
          <a:xfrm>
            <a:off x="2215850" y="459350"/>
            <a:ext cx="3346172" cy="2326162"/>
          </a:xfrm>
          <a:prstGeom prst="rect">
            <a:avLst/>
          </a:prstGeom>
          <a:noFill/>
          <a:ln>
            <a:noFill/>
          </a:ln>
        </p:spPr>
      </p:pic>
      <p:sp>
        <p:nvSpPr>
          <p:cNvPr id="356" name="Google Shape;356;p12"/>
          <p:cNvSpPr txBox="1"/>
          <p:nvPr/>
        </p:nvSpPr>
        <p:spPr>
          <a:xfrm>
            <a:off x="2849725" y="2669900"/>
            <a:ext cx="2712300" cy="307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800"/>
              <a:buFont typeface="Arial"/>
              <a:buNone/>
            </a:pPr>
            <a:r>
              <a:rPr b="0" i="1" lang="en-US" sz="800" u="none" cap="none" strike="noStrike">
                <a:solidFill>
                  <a:schemeClr val="dk1"/>
                </a:solidFill>
                <a:latin typeface="Arial"/>
                <a:ea typeface="Arial"/>
                <a:cs typeface="Arial"/>
                <a:sym typeface="Arial"/>
              </a:rPr>
              <a:t>Biểu đồ Boxplot thể hiện sự phân bố dữ liệu</a:t>
            </a:r>
            <a:endParaRPr b="0" i="1" sz="800" u="none" cap="none" strike="noStrike">
              <a:solidFill>
                <a:srgbClr val="000000"/>
              </a:solidFill>
              <a:latin typeface="Calibri"/>
              <a:ea typeface="Calibri"/>
              <a:cs typeface="Calibri"/>
              <a:sym typeface="Calibri"/>
            </a:endParaRPr>
          </a:p>
        </p:txBody>
      </p:sp>
      <p:sp>
        <p:nvSpPr>
          <p:cNvPr id="357" name="Google Shape;357;p12"/>
          <p:cNvSpPr txBox="1"/>
          <p:nvPr>
            <p:ph idx="12" type="sldNum"/>
          </p:nvPr>
        </p:nvSpPr>
        <p:spPr>
          <a:xfrm>
            <a:off x="5404849" y="3120750"/>
            <a:ext cx="3837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13"/>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3" name="Google Shape;363;p13"/>
          <p:cNvSpPr txBox="1"/>
          <p:nvPr/>
        </p:nvSpPr>
        <p:spPr>
          <a:xfrm>
            <a:off x="2172800" y="57600"/>
            <a:ext cx="1767300" cy="232800"/>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TIỀN XỬ LÝ DỮ LIỆU</a:t>
            </a:r>
            <a:endParaRPr b="0" i="0" sz="1400" u="none" cap="none" strike="noStrike">
              <a:solidFill>
                <a:srgbClr val="000000"/>
              </a:solidFill>
              <a:latin typeface="Calibri"/>
              <a:ea typeface="Calibri"/>
              <a:cs typeface="Calibri"/>
              <a:sym typeface="Calibri"/>
            </a:endParaRPr>
          </a:p>
        </p:txBody>
      </p:sp>
      <p:grpSp>
        <p:nvGrpSpPr>
          <p:cNvPr id="364" name="Google Shape;364;p13"/>
          <p:cNvGrpSpPr/>
          <p:nvPr/>
        </p:nvGrpSpPr>
        <p:grpSpPr>
          <a:xfrm>
            <a:off x="0" y="3126384"/>
            <a:ext cx="5760185" cy="113664"/>
            <a:chOff x="0" y="3126384"/>
            <a:chExt cx="5760185" cy="113664"/>
          </a:xfrm>
        </p:grpSpPr>
        <p:sp>
          <p:nvSpPr>
            <p:cNvPr id="365" name="Google Shape;365;p13"/>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6" name="Google Shape;366;p13"/>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7" name="Google Shape;367;p13"/>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68" name="Google Shape;368;p13"/>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369" name="Google Shape;369;p13"/>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370" name="Google Shape;370;p13"/>
          <p:cNvSpPr txBox="1"/>
          <p:nvPr/>
        </p:nvSpPr>
        <p:spPr>
          <a:xfrm>
            <a:off x="10225" y="320325"/>
            <a:ext cx="2752500" cy="2918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chemeClr val="dk1"/>
                </a:solidFill>
                <a:latin typeface="Arial"/>
                <a:ea typeface="Arial"/>
                <a:cs typeface="Arial"/>
                <a:sym typeface="Arial"/>
              </a:rPr>
              <a:t>Nhận xét:</a:t>
            </a:r>
            <a:endParaRPr b="1" i="0" sz="1200" u="none" cap="none" strike="noStrike">
              <a:solidFill>
                <a:schemeClr val="dk1"/>
              </a:solidFill>
              <a:latin typeface="Arial"/>
              <a:ea typeface="Arial"/>
              <a:cs typeface="Arial"/>
              <a:sym typeface="Arial"/>
            </a:endParaRPr>
          </a:p>
          <a:p>
            <a:pPr indent="0" lvl="0" marL="0" marR="0" rtl="0" algn="just">
              <a:lnSpc>
                <a:spcPct val="115000"/>
              </a:lnSpc>
              <a:spcBef>
                <a:spcPts val="0"/>
              </a:spcBef>
              <a:spcAft>
                <a:spcPts val="0"/>
              </a:spcAft>
              <a:buClr>
                <a:srgbClr val="000000"/>
              </a:buClr>
              <a:buSzPts val="1200"/>
              <a:buFont typeface="Arial"/>
              <a:buNone/>
            </a:pPr>
            <a:r>
              <a:rPr b="1" i="1" lang="en-US" sz="1200" u="none" cap="none" strike="noStrike">
                <a:solidFill>
                  <a:schemeClr val="dk1"/>
                </a:solidFill>
                <a:latin typeface="Arial"/>
                <a:ea typeface="Arial"/>
                <a:cs typeface="Arial"/>
                <a:sym typeface="Arial"/>
              </a:rPr>
              <a:t>1.Dữ liệu có nhiều Outliers</a:t>
            </a:r>
            <a:endParaRPr b="1" i="1" sz="1200" u="none" cap="none" strike="noStrike">
              <a:solidFill>
                <a:schemeClr val="dk1"/>
              </a:solidFill>
              <a:latin typeface="Arial"/>
              <a:ea typeface="Arial"/>
              <a:cs typeface="Arial"/>
              <a:sym typeface="Arial"/>
            </a:endParaRPr>
          </a:p>
          <a:p>
            <a:pPr indent="-304800" lvl="0" marL="360000" marR="0" rtl="0" algn="just">
              <a:lnSpc>
                <a:spcPct val="115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Có nhiều điểm nằm ngoài, cho thấy có nhiều outliers.</a:t>
            </a:r>
            <a:endParaRPr b="0" i="0" sz="1200" u="none" cap="none" strike="noStrike">
              <a:solidFill>
                <a:schemeClr val="dk1"/>
              </a:solidFill>
              <a:latin typeface="Arial"/>
              <a:ea typeface="Arial"/>
              <a:cs typeface="Arial"/>
              <a:sym typeface="Arial"/>
            </a:endParaRPr>
          </a:p>
          <a:p>
            <a:pPr indent="-304800" lvl="0" marL="360000" marR="0" rtl="0" algn="just">
              <a:lnSpc>
                <a:spcPct val="115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Có rất nhiều giá trị lớn hơn mức phân vị trên.</a:t>
            </a:r>
            <a:endParaRPr b="0" i="0" sz="1200" u="none" cap="none" strike="noStrike">
              <a:solidFill>
                <a:schemeClr val="dk1"/>
              </a:solidFill>
              <a:latin typeface="Arial"/>
              <a:ea typeface="Arial"/>
              <a:cs typeface="Arial"/>
              <a:sym typeface="Arial"/>
            </a:endParaRPr>
          </a:p>
          <a:p>
            <a:pPr indent="0" lvl="0" marL="0" marR="0" rtl="0" algn="just">
              <a:lnSpc>
                <a:spcPct val="115000"/>
              </a:lnSpc>
              <a:spcBef>
                <a:spcPts val="0"/>
              </a:spcBef>
              <a:spcAft>
                <a:spcPts val="0"/>
              </a:spcAft>
              <a:buClr>
                <a:srgbClr val="000000"/>
              </a:buClr>
              <a:buSzPts val="1200"/>
              <a:buFont typeface="Arial"/>
              <a:buNone/>
            </a:pPr>
            <a:r>
              <a:rPr b="1" i="1" lang="en-US" sz="1200" u="none" cap="none" strike="noStrike">
                <a:solidFill>
                  <a:schemeClr val="dk1"/>
                </a:solidFill>
                <a:latin typeface="Arial"/>
                <a:ea typeface="Arial"/>
                <a:cs typeface="Arial"/>
                <a:sym typeface="Arial"/>
              </a:rPr>
              <a:t>2.Sự phân bố không đồng đều giữa các biến</a:t>
            </a:r>
            <a:endParaRPr b="1" i="1" sz="1200" u="none" cap="none" strike="noStrike">
              <a:solidFill>
                <a:schemeClr val="dk1"/>
              </a:solidFill>
              <a:latin typeface="Arial"/>
              <a:ea typeface="Arial"/>
              <a:cs typeface="Arial"/>
              <a:sym typeface="Arial"/>
            </a:endParaRPr>
          </a:p>
          <a:p>
            <a:pPr indent="-304800" lvl="0" marL="457200" marR="0" rtl="0" algn="just">
              <a:lnSpc>
                <a:spcPct val="115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Một số biến có giá trị trung bình thấp nhưng có độ biến động lớn.</a:t>
            </a:r>
            <a:endParaRPr b="0" i="0" sz="1200" u="none" cap="none" strike="noStrike">
              <a:solidFill>
                <a:schemeClr val="dk1"/>
              </a:solidFill>
              <a:latin typeface="Arial"/>
              <a:ea typeface="Arial"/>
              <a:cs typeface="Arial"/>
              <a:sym typeface="Arial"/>
            </a:endParaRPr>
          </a:p>
          <a:p>
            <a:pPr indent="-304800" lvl="0" marL="457200" marR="0" rtl="0" algn="just">
              <a:lnSpc>
                <a:spcPct val="115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Có nhiều biến có phạm vi giá trị rất nhỏ.</a:t>
            </a:r>
            <a:endParaRPr b="0" i="0" sz="1200" u="none" cap="none" strike="noStrike">
              <a:solidFill>
                <a:schemeClr val="dk1"/>
              </a:solidFill>
              <a:latin typeface="Arial"/>
              <a:ea typeface="Arial"/>
              <a:cs typeface="Arial"/>
              <a:sym typeface="Arial"/>
            </a:endParaRPr>
          </a:p>
        </p:txBody>
      </p:sp>
      <p:pic>
        <p:nvPicPr>
          <p:cNvPr id="371" name="Google Shape;371;p13"/>
          <p:cNvPicPr preferRelativeResize="0"/>
          <p:nvPr/>
        </p:nvPicPr>
        <p:blipFill rotWithShape="1">
          <a:blip r:embed="rId4">
            <a:alphaModFix/>
          </a:blip>
          <a:srcRect b="0" l="0" r="0" t="0"/>
          <a:stretch/>
        </p:blipFill>
        <p:spPr>
          <a:xfrm>
            <a:off x="2762725" y="663751"/>
            <a:ext cx="2997350" cy="2083648"/>
          </a:xfrm>
          <a:prstGeom prst="rect">
            <a:avLst/>
          </a:prstGeom>
          <a:noFill/>
          <a:ln>
            <a:noFill/>
          </a:ln>
        </p:spPr>
      </p:pic>
      <p:sp>
        <p:nvSpPr>
          <p:cNvPr id="372" name="Google Shape;372;p13"/>
          <p:cNvSpPr txBox="1"/>
          <p:nvPr>
            <p:ph idx="12" type="sldNum"/>
          </p:nvPr>
        </p:nvSpPr>
        <p:spPr>
          <a:xfrm>
            <a:off x="5404849" y="3120750"/>
            <a:ext cx="3609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14"/>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8" name="Google Shape;378;p14"/>
          <p:cNvSpPr txBox="1"/>
          <p:nvPr/>
        </p:nvSpPr>
        <p:spPr>
          <a:xfrm>
            <a:off x="2172800" y="57600"/>
            <a:ext cx="1767300" cy="232800"/>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TIỀN XỬ LÝ DỮ LIỆU</a:t>
            </a:r>
            <a:endParaRPr b="0" i="0" sz="1400" u="none" cap="none" strike="noStrike">
              <a:solidFill>
                <a:srgbClr val="000000"/>
              </a:solidFill>
              <a:latin typeface="Calibri"/>
              <a:ea typeface="Calibri"/>
              <a:cs typeface="Calibri"/>
              <a:sym typeface="Calibri"/>
            </a:endParaRPr>
          </a:p>
        </p:txBody>
      </p:sp>
      <p:grpSp>
        <p:nvGrpSpPr>
          <p:cNvPr id="379" name="Google Shape;379;p14"/>
          <p:cNvGrpSpPr/>
          <p:nvPr/>
        </p:nvGrpSpPr>
        <p:grpSpPr>
          <a:xfrm>
            <a:off x="0" y="3126384"/>
            <a:ext cx="5760185" cy="113664"/>
            <a:chOff x="0" y="3126384"/>
            <a:chExt cx="5760185" cy="113664"/>
          </a:xfrm>
        </p:grpSpPr>
        <p:sp>
          <p:nvSpPr>
            <p:cNvPr id="380" name="Google Shape;380;p14"/>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1" name="Google Shape;381;p14"/>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2" name="Google Shape;382;p14"/>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83" name="Google Shape;383;p14"/>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384" name="Google Shape;384;p14"/>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385" name="Google Shape;385;p14"/>
          <p:cNvSpPr txBox="1"/>
          <p:nvPr/>
        </p:nvSpPr>
        <p:spPr>
          <a:xfrm>
            <a:off x="75850" y="428738"/>
            <a:ext cx="3083100" cy="369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rgbClr val="000000"/>
              </a:buClr>
              <a:buSzPts val="1200"/>
              <a:buFont typeface="Arial"/>
              <a:buNone/>
            </a:pPr>
            <a:r>
              <a:rPr b="1" i="0" lang="en-US" sz="1200" u="none" cap="none" strike="noStrike">
                <a:solidFill>
                  <a:schemeClr val="dk1"/>
                </a:solidFill>
                <a:latin typeface="Arial"/>
                <a:ea typeface="Arial"/>
                <a:cs typeface="Arial"/>
                <a:sym typeface="Arial"/>
              </a:rPr>
              <a:t>Tiến hành loại bỏ outliers </a:t>
            </a:r>
            <a:endParaRPr b="0" i="0" sz="1400" u="none" cap="none" strike="noStrike">
              <a:solidFill>
                <a:srgbClr val="000000"/>
              </a:solidFill>
              <a:latin typeface="Arial"/>
              <a:ea typeface="Arial"/>
              <a:cs typeface="Arial"/>
              <a:sym typeface="Arial"/>
            </a:endParaRPr>
          </a:p>
        </p:txBody>
      </p:sp>
      <p:pic>
        <p:nvPicPr>
          <p:cNvPr id="386" name="Google Shape;386;p14"/>
          <p:cNvPicPr preferRelativeResize="0"/>
          <p:nvPr/>
        </p:nvPicPr>
        <p:blipFill rotWithShape="1">
          <a:blip r:embed="rId4">
            <a:alphaModFix/>
          </a:blip>
          <a:srcRect b="0" l="0" r="0" t="0"/>
          <a:stretch/>
        </p:blipFill>
        <p:spPr>
          <a:xfrm>
            <a:off x="75850" y="878825"/>
            <a:ext cx="1632215" cy="557625"/>
          </a:xfrm>
          <a:prstGeom prst="rect">
            <a:avLst/>
          </a:prstGeom>
          <a:noFill/>
          <a:ln>
            <a:noFill/>
          </a:ln>
        </p:spPr>
      </p:pic>
      <p:pic>
        <p:nvPicPr>
          <p:cNvPr id="387" name="Google Shape;387;p14"/>
          <p:cNvPicPr preferRelativeResize="0"/>
          <p:nvPr/>
        </p:nvPicPr>
        <p:blipFill rotWithShape="1">
          <a:blip r:embed="rId5">
            <a:alphaModFix/>
          </a:blip>
          <a:srcRect b="0" l="0" r="0" t="0"/>
          <a:stretch/>
        </p:blipFill>
        <p:spPr>
          <a:xfrm>
            <a:off x="1756300" y="878813"/>
            <a:ext cx="3915890" cy="1619675"/>
          </a:xfrm>
          <a:prstGeom prst="rect">
            <a:avLst/>
          </a:prstGeom>
          <a:noFill/>
          <a:ln>
            <a:noFill/>
          </a:ln>
        </p:spPr>
      </p:pic>
      <p:sp>
        <p:nvSpPr>
          <p:cNvPr id="388" name="Google Shape;388;p14"/>
          <p:cNvSpPr txBox="1"/>
          <p:nvPr>
            <p:ph idx="12" type="sldNum"/>
          </p:nvPr>
        </p:nvSpPr>
        <p:spPr>
          <a:xfrm>
            <a:off x="5404849" y="3120750"/>
            <a:ext cx="3804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15"/>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4" name="Google Shape;394;p15"/>
          <p:cNvSpPr txBox="1"/>
          <p:nvPr/>
        </p:nvSpPr>
        <p:spPr>
          <a:xfrm>
            <a:off x="2172800" y="57600"/>
            <a:ext cx="1767300" cy="232800"/>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TIỀN XỬ LÝ DỮ LIỆU</a:t>
            </a:r>
            <a:endParaRPr b="0" i="0" sz="1400" u="none" cap="none" strike="noStrike">
              <a:solidFill>
                <a:srgbClr val="000000"/>
              </a:solidFill>
              <a:latin typeface="Calibri"/>
              <a:ea typeface="Calibri"/>
              <a:cs typeface="Calibri"/>
              <a:sym typeface="Calibri"/>
            </a:endParaRPr>
          </a:p>
        </p:txBody>
      </p:sp>
      <p:grpSp>
        <p:nvGrpSpPr>
          <p:cNvPr id="395" name="Google Shape;395;p15"/>
          <p:cNvGrpSpPr/>
          <p:nvPr/>
        </p:nvGrpSpPr>
        <p:grpSpPr>
          <a:xfrm>
            <a:off x="0" y="3126384"/>
            <a:ext cx="5760185" cy="113664"/>
            <a:chOff x="0" y="3126384"/>
            <a:chExt cx="5760185" cy="113664"/>
          </a:xfrm>
        </p:grpSpPr>
        <p:sp>
          <p:nvSpPr>
            <p:cNvPr id="396" name="Google Shape;396;p15"/>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7" name="Google Shape;397;p15"/>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8" name="Google Shape;398;p15"/>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99" name="Google Shape;399;p15"/>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400" name="Google Shape;400;p15"/>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401" name="Google Shape;401;p15"/>
          <p:cNvSpPr txBox="1"/>
          <p:nvPr/>
        </p:nvSpPr>
        <p:spPr>
          <a:xfrm>
            <a:off x="154225" y="438250"/>
            <a:ext cx="5451600" cy="7941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rgbClr val="000000"/>
              </a:buClr>
              <a:buSzPts val="1200"/>
              <a:buFont typeface="Arial"/>
              <a:buNone/>
            </a:pPr>
            <a:r>
              <a:rPr b="1" i="0" lang="en-US" sz="1200" u="none" cap="none" strike="noStrike">
                <a:solidFill>
                  <a:schemeClr val="dk1"/>
                </a:solidFill>
                <a:latin typeface="Arial"/>
                <a:ea typeface="Arial"/>
                <a:cs typeface="Arial"/>
                <a:sym typeface="Arial"/>
              </a:rPr>
              <a:t>Kết quả sau khi tiền xử lý dữ liệu:</a:t>
            </a:r>
            <a:endParaRPr b="1" i="0" sz="1200" u="none" cap="none" strike="noStrike">
              <a:solidFill>
                <a:schemeClr val="dk1"/>
              </a:solidFill>
              <a:latin typeface="Arial"/>
              <a:ea typeface="Arial"/>
              <a:cs typeface="Arial"/>
              <a:sym typeface="Arial"/>
            </a:endParaRPr>
          </a:p>
          <a:p>
            <a:pPr indent="-256200" lvl="0" marL="450000" marR="0" rtl="0" algn="just">
              <a:lnSpc>
                <a:spcPct val="115000"/>
              </a:lnSpc>
              <a:spcBef>
                <a:spcPts val="0"/>
              </a:spcBef>
              <a:spcAft>
                <a:spcPts val="0"/>
              </a:spcAft>
              <a:buClr>
                <a:schemeClr val="dk1"/>
              </a:buClr>
              <a:buSzPts val="1200"/>
              <a:buFont typeface="Arial"/>
              <a:buChar char="-"/>
            </a:pPr>
            <a:r>
              <a:rPr b="0" i="0" lang="en-US" sz="1200" u="none" cap="none" strike="noStrike">
                <a:solidFill>
                  <a:schemeClr val="dk1"/>
                </a:solidFill>
                <a:latin typeface="Arial"/>
                <a:ea typeface="Arial"/>
                <a:cs typeface="Arial"/>
                <a:sym typeface="Arial"/>
              </a:rPr>
              <a:t>Đã loại bỏ outliers từ các cột "Book_length(mins)_length" và "Support_requests", giảm số dòng từ 14,084 xuống 13,467.</a:t>
            </a:r>
            <a:endParaRPr b="0" i="0" sz="1200" u="none" cap="none" strike="noStrike">
              <a:solidFill>
                <a:schemeClr val="dk1"/>
              </a:solidFill>
              <a:latin typeface="Arial"/>
              <a:ea typeface="Arial"/>
              <a:cs typeface="Arial"/>
              <a:sym typeface="Arial"/>
            </a:endParaRPr>
          </a:p>
        </p:txBody>
      </p:sp>
      <p:pic>
        <p:nvPicPr>
          <p:cNvPr id="402" name="Google Shape;402;p15"/>
          <p:cNvPicPr preferRelativeResize="0"/>
          <p:nvPr/>
        </p:nvPicPr>
        <p:blipFill rotWithShape="1">
          <a:blip r:embed="rId4">
            <a:alphaModFix/>
          </a:blip>
          <a:srcRect b="0" l="0" r="0" t="0"/>
          <a:stretch/>
        </p:blipFill>
        <p:spPr>
          <a:xfrm>
            <a:off x="304800" y="1232343"/>
            <a:ext cx="5301024" cy="1358033"/>
          </a:xfrm>
          <a:prstGeom prst="rect">
            <a:avLst/>
          </a:prstGeom>
          <a:noFill/>
          <a:ln>
            <a:noFill/>
          </a:ln>
        </p:spPr>
      </p:pic>
      <p:sp>
        <p:nvSpPr>
          <p:cNvPr id="403" name="Google Shape;403;p15"/>
          <p:cNvSpPr txBox="1"/>
          <p:nvPr/>
        </p:nvSpPr>
        <p:spPr>
          <a:xfrm>
            <a:off x="1238600" y="560425"/>
            <a:ext cx="4539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4" name="Google Shape;404;p15"/>
          <p:cNvSpPr txBox="1"/>
          <p:nvPr>
            <p:ph idx="12" type="sldNum"/>
          </p:nvPr>
        </p:nvSpPr>
        <p:spPr>
          <a:xfrm>
            <a:off x="5404848" y="3120750"/>
            <a:ext cx="4035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16"/>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0" name="Google Shape;410;p16"/>
          <p:cNvSpPr txBox="1"/>
          <p:nvPr/>
        </p:nvSpPr>
        <p:spPr>
          <a:xfrm>
            <a:off x="2172800" y="57588"/>
            <a:ext cx="1420200" cy="232800"/>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THỐNG KÊ MÔ TẢ</a:t>
            </a:r>
            <a:endParaRPr b="0" i="0" sz="1400" u="none" cap="none" strike="noStrike">
              <a:solidFill>
                <a:srgbClr val="000000"/>
              </a:solidFill>
              <a:latin typeface="Calibri"/>
              <a:ea typeface="Calibri"/>
              <a:cs typeface="Calibri"/>
              <a:sym typeface="Calibri"/>
            </a:endParaRPr>
          </a:p>
        </p:txBody>
      </p:sp>
      <p:grpSp>
        <p:nvGrpSpPr>
          <p:cNvPr id="411" name="Google Shape;411;p16"/>
          <p:cNvGrpSpPr/>
          <p:nvPr/>
        </p:nvGrpSpPr>
        <p:grpSpPr>
          <a:xfrm>
            <a:off x="0" y="3126384"/>
            <a:ext cx="5760185" cy="113664"/>
            <a:chOff x="0" y="3126384"/>
            <a:chExt cx="5760185" cy="113664"/>
          </a:xfrm>
        </p:grpSpPr>
        <p:sp>
          <p:nvSpPr>
            <p:cNvPr id="412" name="Google Shape;412;p16"/>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3" name="Google Shape;413;p16"/>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4" name="Google Shape;414;p16"/>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15" name="Google Shape;415;p16"/>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416" name="Google Shape;416;p16"/>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417" name="Google Shape;417;p16"/>
          <p:cNvSpPr txBox="1"/>
          <p:nvPr/>
        </p:nvSpPr>
        <p:spPr>
          <a:xfrm>
            <a:off x="101425" y="519975"/>
            <a:ext cx="4669500" cy="97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Calibri"/>
                <a:ea typeface="Calibri"/>
                <a:cs typeface="Calibri"/>
                <a:sym typeface="Calibri"/>
              </a:rPr>
              <a:t>Thống kê mô tả</a:t>
            </a:r>
            <a:endParaRPr b="1" i="0" sz="1200" u="none" cap="none" strike="noStrike">
              <a:solidFill>
                <a:srgbClr val="000000"/>
              </a:solidFill>
              <a:latin typeface="Calibri"/>
              <a:ea typeface="Calibri"/>
              <a:cs typeface="Calibri"/>
              <a:sym typeface="Calibri"/>
            </a:endParaRPr>
          </a:p>
          <a:p>
            <a:pPr indent="-256200" lvl="0" marL="450000" marR="0" rtl="0" algn="just">
              <a:lnSpc>
                <a:spcPct val="115000"/>
              </a:lnSpc>
              <a:spcBef>
                <a:spcPts val="0"/>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Ý nghĩa: mô tả trung bình (mean), độ lệch chuẩn (std), min, max và các bách phân vị (percentile) cho mỗi biến.</a:t>
            </a:r>
            <a:r>
              <a:rPr b="0" i="0" lang="en-US" sz="12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alibri"/>
              <a:ea typeface="Calibri"/>
              <a:cs typeface="Calibri"/>
              <a:sym typeface="Calibri"/>
            </a:endParaRPr>
          </a:p>
        </p:txBody>
      </p:sp>
      <p:pic>
        <p:nvPicPr>
          <p:cNvPr id="418" name="Google Shape;418;p16"/>
          <p:cNvPicPr preferRelativeResize="0"/>
          <p:nvPr/>
        </p:nvPicPr>
        <p:blipFill rotWithShape="1">
          <a:blip r:embed="rId4">
            <a:alphaModFix/>
          </a:blip>
          <a:srcRect b="0" l="0" r="0" t="0"/>
          <a:stretch/>
        </p:blipFill>
        <p:spPr>
          <a:xfrm>
            <a:off x="-13" y="1430844"/>
            <a:ext cx="5760087" cy="940956"/>
          </a:xfrm>
          <a:prstGeom prst="rect">
            <a:avLst/>
          </a:prstGeom>
          <a:noFill/>
          <a:ln>
            <a:noFill/>
          </a:ln>
        </p:spPr>
      </p:pic>
      <p:sp>
        <p:nvSpPr>
          <p:cNvPr id="419" name="Google Shape;419;p16"/>
          <p:cNvSpPr txBox="1"/>
          <p:nvPr>
            <p:ph idx="12" type="sldNum"/>
          </p:nvPr>
        </p:nvSpPr>
        <p:spPr>
          <a:xfrm>
            <a:off x="5404848" y="3120750"/>
            <a:ext cx="3903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17"/>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5" name="Google Shape;425;p17"/>
          <p:cNvSpPr txBox="1"/>
          <p:nvPr/>
        </p:nvSpPr>
        <p:spPr>
          <a:xfrm>
            <a:off x="2172800" y="57588"/>
            <a:ext cx="1420200" cy="232800"/>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THỐNG KÊ MÔ TẢ</a:t>
            </a:r>
            <a:endParaRPr b="0" i="0" sz="1400" u="none" cap="none" strike="noStrike">
              <a:solidFill>
                <a:srgbClr val="000000"/>
              </a:solidFill>
              <a:latin typeface="Calibri"/>
              <a:ea typeface="Calibri"/>
              <a:cs typeface="Calibri"/>
              <a:sym typeface="Calibri"/>
            </a:endParaRPr>
          </a:p>
        </p:txBody>
      </p:sp>
      <p:grpSp>
        <p:nvGrpSpPr>
          <p:cNvPr id="426" name="Google Shape;426;p17"/>
          <p:cNvGrpSpPr/>
          <p:nvPr/>
        </p:nvGrpSpPr>
        <p:grpSpPr>
          <a:xfrm>
            <a:off x="0" y="3126384"/>
            <a:ext cx="5760185" cy="113664"/>
            <a:chOff x="0" y="3126384"/>
            <a:chExt cx="5760185" cy="113664"/>
          </a:xfrm>
        </p:grpSpPr>
        <p:sp>
          <p:nvSpPr>
            <p:cNvPr id="427" name="Google Shape;427;p17"/>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8" name="Google Shape;428;p17"/>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9" name="Google Shape;429;p17"/>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30" name="Google Shape;430;p17"/>
          <p:cNvSpPr txBox="1"/>
          <p:nvPr>
            <p:ph idx="10" type="dt"/>
          </p:nvPr>
        </p:nvSpPr>
        <p:spPr>
          <a:xfrm>
            <a:off x="466267" y="3120759"/>
            <a:ext cx="995044" cy="123189"/>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431" name="Google Shape;431;p17"/>
          <p:cNvSpPr txBox="1"/>
          <p:nvPr/>
        </p:nvSpPr>
        <p:spPr>
          <a:xfrm>
            <a:off x="2669908" y="3120759"/>
            <a:ext cx="420370" cy="123189"/>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pic>
        <p:nvPicPr>
          <p:cNvPr id="432" name="Google Shape;432;p17"/>
          <p:cNvPicPr preferRelativeResize="0"/>
          <p:nvPr/>
        </p:nvPicPr>
        <p:blipFill rotWithShape="1">
          <a:blip r:embed="rId4">
            <a:alphaModFix/>
          </a:blip>
          <a:srcRect b="0" l="0" r="0" t="0"/>
          <a:stretch/>
        </p:blipFill>
        <p:spPr>
          <a:xfrm>
            <a:off x="152400" y="685730"/>
            <a:ext cx="5461000" cy="2097260"/>
          </a:xfrm>
          <a:prstGeom prst="rect">
            <a:avLst/>
          </a:prstGeom>
          <a:noFill/>
          <a:ln>
            <a:noFill/>
          </a:ln>
        </p:spPr>
      </p:pic>
      <p:sp>
        <p:nvSpPr>
          <p:cNvPr id="433" name="Google Shape;433;p17"/>
          <p:cNvSpPr txBox="1"/>
          <p:nvPr/>
        </p:nvSpPr>
        <p:spPr>
          <a:xfrm>
            <a:off x="307025" y="290400"/>
            <a:ext cx="15699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highlight>
                  <a:schemeClr val="lt1"/>
                </a:highlight>
                <a:latin typeface="Calibri"/>
                <a:ea typeface="Calibri"/>
                <a:cs typeface="Calibri"/>
                <a:sym typeface="Calibri"/>
              </a:rPr>
              <a:t>Biểu đồ Scatter Plot</a:t>
            </a:r>
            <a:endParaRPr b="1" i="0" sz="1200" u="none" cap="none" strike="noStrike">
              <a:solidFill>
                <a:srgbClr val="000000"/>
              </a:solidFill>
              <a:highlight>
                <a:schemeClr val="lt1"/>
              </a:highlight>
              <a:latin typeface="Calibri"/>
              <a:ea typeface="Calibri"/>
              <a:cs typeface="Calibri"/>
              <a:sym typeface="Calibri"/>
            </a:endParaRPr>
          </a:p>
        </p:txBody>
      </p:sp>
      <p:sp>
        <p:nvSpPr>
          <p:cNvPr id="434" name="Google Shape;434;p17"/>
          <p:cNvSpPr txBox="1"/>
          <p:nvPr>
            <p:ph idx="12" type="sldNum"/>
          </p:nvPr>
        </p:nvSpPr>
        <p:spPr>
          <a:xfrm>
            <a:off x="5404849" y="3120750"/>
            <a:ext cx="3870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18"/>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0" name="Google Shape;440;p18"/>
          <p:cNvSpPr txBox="1"/>
          <p:nvPr/>
        </p:nvSpPr>
        <p:spPr>
          <a:xfrm>
            <a:off x="2172800" y="57588"/>
            <a:ext cx="1420200" cy="232800"/>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THỐNG KÊ MÔ TẢ</a:t>
            </a:r>
            <a:endParaRPr b="0" i="0" sz="1400" u="none" cap="none" strike="noStrike">
              <a:solidFill>
                <a:srgbClr val="000000"/>
              </a:solidFill>
              <a:latin typeface="Calibri"/>
              <a:ea typeface="Calibri"/>
              <a:cs typeface="Calibri"/>
              <a:sym typeface="Calibri"/>
            </a:endParaRPr>
          </a:p>
        </p:txBody>
      </p:sp>
      <p:grpSp>
        <p:nvGrpSpPr>
          <p:cNvPr id="441" name="Google Shape;441;p18"/>
          <p:cNvGrpSpPr/>
          <p:nvPr/>
        </p:nvGrpSpPr>
        <p:grpSpPr>
          <a:xfrm>
            <a:off x="0" y="3126384"/>
            <a:ext cx="5760185" cy="113664"/>
            <a:chOff x="0" y="3126384"/>
            <a:chExt cx="5760185" cy="113664"/>
          </a:xfrm>
        </p:grpSpPr>
        <p:sp>
          <p:nvSpPr>
            <p:cNvPr id="442" name="Google Shape;442;p18"/>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3" name="Google Shape;443;p18"/>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4" name="Google Shape;444;p18"/>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45" name="Google Shape;445;p18"/>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446" name="Google Shape;446;p18"/>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447" name="Google Shape;447;p18"/>
          <p:cNvSpPr txBox="1"/>
          <p:nvPr/>
        </p:nvSpPr>
        <p:spPr>
          <a:xfrm>
            <a:off x="307025" y="290400"/>
            <a:ext cx="15699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highlight>
                  <a:schemeClr val="lt1"/>
                </a:highlight>
                <a:latin typeface="Calibri"/>
                <a:ea typeface="Calibri"/>
                <a:cs typeface="Calibri"/>
                <a:sym typeface="Calibri"/>
              </a:rPr>
              <a:t>Biểu đồ Scatter Plot</a:t>
            </a:r>
            <a:endParaRPr b="1" i="0" sz="1200" u="none" cap="none" strike="noStrike">
              <a:solidFill>
                <a:srgbClr val="000000"/>
              </a:solidFill>
              <a:highlight>
                <a:schemeClr val="lt1"/>
              </a:highlight>
              <a:latin typeface="Calibri"/>
              <a:ea typeface="Calibri"/>
              <a:cs typeface="Calibri"/>
              <a:sym typeface="Calibri"/>
            </a:endParaRPr>
          </a:p>
        </p:txBody>
      </p:sp>
      <p:pic>
        <p:nvPicPr>
          <p:cNvPr id="448" name="Google Shape;448;p18"/>
          <p:cNvPicPr preferRelativeResize="0"/>
          <p:nvPr/>
        </p:nvPicPr>
        <p:blipFill rotWithShape="1">
          <a:blip r:embed="rId4">
            <a:alphaModFix/>
          </a:blip>
          <a:srcRect b="0" l="0" r="0" t="0"/>
          <a:stretch/>
        </p:blipFill>
        <p:spPr>
          <a:xfrm>
            <a:off x="157113" y="719150"/>
            <a:ext cx="5445841" cy="2156259"/>
          </a:xfrm>
          <a:prstGeom prst="rect">
            <a:avLst/>
          </a:prstGeom>
          <a:noFill/>
          <a:ln>
            <a:noFill/>
          </a:ln>
        </p:spPr>
      </p:pic>
      <p:sp>
        <p:nvSpPr>
          <p:cNvPr id="449" name="Google Shape;449;p18"/>
          <p:cNvSpPr txBox="1"/>
          <p:nvPr>
            <p:ph idx="12" type="sldNum"/>
          </p:nvPr>
        </p:nvSpPr>
        <p:spPr>
          <a:xfrm>
            <a:off x="5404849" y="3120750"/>
            <a:ext cx="3609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19"/>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5" name="Google Shape;455;p19"/>
          <p:cNvSpPr txBox="1"/>
          <p:nvPr/>
        </p:nvSpPr>
        <p:spPr>
          <a:xfrm>
            <a:off x="2172800" y="57588"/>
            <a:ext cx="1420200" cy="232800"/>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THỐNG KÊ MÔ TẢ</a:t>
            </a:r>
            <a:endParaRPr b="0" i="0" sz="1400" u="none" cap="none" strike="noStrike">
              <a:solidFill>
                <a:srgbClr val="000000"/>
              </a:solidFill>
              <a:latin typeface="Calibri"/>
              <a:ea typeface="Calibri"/>
              <a:cs typeface="Calibri"/>
              <a:sym typeface="Calibri"/>
            </a:endParaRPr>
          </a:p>
        </p:txBody>
      </p:sp>
      <p:grpSp>
        <p:nvGrpSpPr>
          <p:cNvPr id="456" name="Google Shape;456;p19"/>
          <p:cNvGrpSpPr/>
          <p:nvPr/>
        </p:nvGrpSpPr>
        <p:grpSpPr>
          <a:xfrm>
            <a:off x="0" y="3126384"/>
            <a:ext cx="5760185" cy="113664"/>
            <a:chOff x="0" y="3126384"/>
            <a:chExt cx="5760185" cy="113664"/>
          </a:xfrm>
        </p:grpSpPr>
        <p:sp>
          <p:nvSpPr>
            <p:cNvPr id="457" name="Google Shape;457;p19"/>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8" name="Google Shape;458;p19"/>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9" name="Google Shape;459;p19"/>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60" name="Google Shape;460;p19"/>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461" name="Google Shape;461;p19"/>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462" name="Google Shape;462;p19"/>
          <p:cNvSpPr txBox="1"/>
          <p:nvPr/>
        </p:nvSpPr>
        <p:spPr>
          <a:xfrm>
            <a:off x="307025" y="290400"/>
            <a:ext cx="17322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highlight>
                  <a:schemeClr val="lt1"/>
                </a:highlight>
                <a:latin typeface="Calibri"/>
                <a:ea typeface="Calibri"/>
                <a:cs typeface="Calibri"/>
                <a:sym typeface="Calibri"/>
              </a:rPr>
              <a:t>Phân tích tương quan</a:t>
            </a:r>
            <a:endParaRPr b="1" i="0" sz="1200" u="none" cap="none" strike="noStrike">
              <a:solidFill>
                <a:srgbClr val="000000"/>
              </a:solidFill>
              <a:highlight>
                <a:schemeClr val="lt1"/>
              </a:highlight>
              <a:latin typeface="Calibri"/>
              <a:ea typeface="Calibri"/>
              <a:cs typeface="Calibri"/>
              <a:sym typeface="Calibri"/>
            </a:endParaRPr>
          </a:p>
        </p:txBody>
      </p:sp>
      <p:pic>
        <p:nvPicPr>
          <p:cNvPr id="463" name="Google Shape;463;p19"/>
          <p:cNvPicPr preferRelativeResize="0"/>
          <p:nvPr/>
        </p:nvPicPr>
        <p:blipFill rotWithShape="1">
          <a:blip r:embed="rId4">
            <a:alphaModFix/>
          </a:blip>
          <a:srcRect b="0" l="0" r="0" t="0"/>
          <a:stretch/>
        </p:blipFill>
        <p:spPr>
          <a:xfrm>
            <a:off x="1249525" y="613025"/>
            <a:ext cx="3320980" cy="2513349"/>
          </a:xfrm>
          <a:prstGeom prst="rect">
            <a:avLst/>
          </a:prstGeom>
          <a:noFill/>
          <a:ln>
            <a:noFill/>
          </a:ln>
        </p:spPr>
      </p:pic>
      <p:sp>
        <p:nvSpPr>
          <p:cNvPr id="464" name="Google Shape;464;p19"/>
          <p:cNvSpPr txBox="1"/>
          <p:nvPr>
            <p:ph idx="12" type="sldNum"/>
          </p:nvPr>
        </p:nvSpPr>
        <p:spPr>
          <a:xfrm>
            <a:off x="5404849" y="3120750"/>
            <a:ext cx="3609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20"/>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0" name="Google Shape;470;p20"/>
          <p:cNvSpPr txBox="1"/>
          <p:nvPr/>
        </p:nvSpPr>
        <p:spPr>
          <a:xfrm>
            <a:off x="2172800" y="57588"/>
            <a:ext cx="1420200" cy="232800"/>
          </a:xfrm>
          <a:prstGeom prst="rect">
            <a:avLst/>
          </a:prstGeom>
          <a:noFill/>
          <a:ln>
            <a:noFill/>
          </a:ln>
        </p:spPr>
        <p:txBody>
          <a:bodyPr anchorCtr="0" anchor="t" bIns="0" lIns="0" spcFirstLastPara="1" rIns="0" wrap="square" tIns="17125">
            <a:spAutoFit/>
          </a:bodyPr>
          <a:lstStyle/>
          <a:p>
            <a:pPr indent="0" lvl="0" marL="12700" marR="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THỐNG KÊ MÔ TẢ</a:t>
            </a:r>
            <a:endParaRPr b="0" i="0" sz="1400" u="none" cap="none" strike="noStrike">
              <a:solidFill>
                <a:srgbClr val="000000"/>
              </a:solidFill>
              <a:latin typeface="Calibri"/>
              <a:ea typeface="Calibri"/>
              <a:cs typeface="Calibri"/>
              <a:sym typeface="Calibri"/>
            </a:endParaRPr>
          </a:p>
        </p:txBody>
      </p:sp>
      <p:grpSp>
        <p:nvGrpSpPr>
          <p:cNvPr id="471" name="Google Shape;471;p20"/>
          <p:cNvGrpSpPr/>
          <p:nvPr/>
        </p:nvGrpSpPr>
        <p:grpSpPr>
          <a:xfrm>
            <a:off x="0" y="3126384"/>
            <a:ext cx="5760185" cy="113664"/>
            <a:chOff x="0" y="3126384"/>
            <a:chExt cx="5760185" cy="113664"/>
          </a:xfrm>
        </p:grpSpPr>
        <p:sp>
          <p:nvSpPr>
            <p:cNvPr id="472" name="Google Shape;472;p20"/>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3" name="Google Shape;473;p20"/>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4" name="Google Shape;474;p20"/>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75" name="Google Shape;475;p20"/>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476" name="Google Shape;476;p20"/>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477" name="Google Shape;477;p20"/>
          <p:cNvSpPr txBox="1"/>
          <p:nvPr/>
        </p:nvSpPr>
        <p:spPr>
          <a:xfrm>
            <a:off x="307025" y="290400"/>
            <a:ext cx="19503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highlight>
                  <a:schemeClr val="lt1"/>
                </a:highlight>
                <a:latin typeface="Calibri"/>
                <a:ea typeface="Calibri"/>
                <a:cs typeface="Calibri"/>
                <a:sym typeface="Calibri"/>
              </a:rPr>
              <a:t>Phân bố của biến mục tiêu</a:t>
            </a:r>
            <a:endParaRPr b="1" i="0" sz="1200" u="none" cap="none" strike="noStrike">
              <a:solidFill>
                <a:srgbClr val="000000"/>
              </a:solidFill>
              <a:highlight>
                <a:schemeClr val="lt1"/>
              </a:highlight>
              <a:latin typeface="Calibri"/>
              <a:ea typeface="Calibri"/>
              <a:cs typeface="Calibri"/>
              <a:sym typeface="Calibri"/>
            </a:endParaRPr>
          </a:p>
        </p:txBody>
      </p:sp>
      <p:pic>
        <p:nvPicPr>
          <p:cNvPr id="478" name="Google Shape;478;p20"/>
          <p:cNvPicPr preferRelativeResize="0"/>
          <p:nvPr/>
        </p:nvPicPr>
        <p:blipFill rotWithShape="1">
          <a:blip r:embed="rId4">
            <a:alphaModFix/>
          </a:blip>
          <a:srcRect b="0" l="0" r="0" t="0"/>
          <a:stretch/>
        </p:blipFill>
        <p:spPr>
          <a:xfrm>
            <a:off x="614300" y="585100"/>
            <a:ext cx="4537199" cy="2535650"/>
          </a:xfrm>
          <a:prstGeom prst="rect">
            <a:avLst/>
          </a:prstGeom>
          <a:noFill/>
          <a:ln>
            <a:noFill/>
          </a:ln>
        </p:spPr>
      </p:pic>
      <p:sp>
        <p:nvSpPr>
          <p:cNvPr id="479" name="Google Shape;479;p20"/>
          <p:cNvSpPr txBox="1"/>
          <p:nvPr>
            <p:ph idx="12" type="sldNum"/>
          </p:nvPr>
        </p:nvSpPr>
        <p:spPr>
          <a:xfrm>
            <a:off x="5404849" y="3120750"/>
            <a:ext cx="3609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21"/>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5" name="Google Shape;485;p21"/>
          <p:cNvSpPr txBox="1"/>
          <p:nvPr/>
        </p:nvSpPr>
        <p:spPr>
          <a:xfrm>
            <a:off x="1761650" y="57588"/>
            <a:ext cx="2242500" cy="232800"/>
          </a:xfrm>
          <a:prstGeom prst="rect">
            <a:avLst/>
          </a:prstGeom>
          <a:noFill/>
          <a:ln>
            <a:noFill/>
          </a:ln>
        </p:spPr>
        <p:txBody>
          <a:bodyPr anchorCtr="0" anchor="t" bIns="0" lIns="0" spcFirstLastPara="1" rIns="0" wrap="square" tIns="17125">
            <a:spAutoFit/>
          </a:bodyPr>
          <a:lstStyle/>
          <a:p>
            <a:pPr indent="0" lvl="0" marL="12700" marR="0" rtl="0" algn="ctr">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libri"/>
                <a:ea typeface="Calibri"/>
                <a:cs typeface="Calibri"/>
                <a:sym typeface="Calibri"/>
              </a:rPr>
              <a:t>MÔ HÌNH RANDOM FOREST</a:t>
            </a:r>
            <a:endParaRPr b="0" i="0" sz="1400" u="none" cap="none" strike="noStrike">
              <a:solidFill>
                <a:srgbClr val="000000"/>
              </a:solidFill>
              <a:latin typeface="Calibri"/>
              <a:ea typeface="Calibri"/>
              <a:cs typeface="Calibri"/>
              <a:sym typeface="Calibri"/>
            </a:endParaRPr>
          </a:p>
        </p:txBody>
      </p:sp>
      <p:grpSp>
        <p:nvGrpSpPr>
          <p:cNvPr id="486" name="Google Shape;486;p21"/>
          <p:cNvGrpSpPr/>
          <p:nvPr/>
        </p:nvGrpSpPr>
        <p:grpSpPr>
          <a:xfrm>
            <a:off x="0" y="3126384"/>
            <a:ext cx="5760185" cy="113664"/>
            <a:chOff x="0" y="3126384"/>
            <a:chExt cx="5760185" cy="113664"/>
          </a:xfrm>
        </p:grpSpPr>
        <p:sp>
          <p:nvSpPr>
            <p:cNvPr id="487" name="Google Shape;487;p21"/>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8" name="Google Shape;488;p21"/>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9" name="Google Shape;489;p21"/>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490" name="Google Shape;490;p21"/>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491" name="Google Shape;491;p21"/>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492" name="Google Shape;492;p21"/>
          <p:cNvSpPr txBox="1"/>
          <p:nvPr>
            <p:ph idx="11" type="ftr"/>
          </p:nvPr>
        </p:nvSpPr>
        <p:spPr>
          <a:xfrm>
            <a:off x="4422165" y="3120759"/>
            <a:ext cx="5085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January 2024</a:t>
            </a:r>
            <a:endParaRPr/>
          </a:p>
        </p:txBody>
      </p:sp>
      <p:pic>
        <p:nvPicPr>
          <p:cNvPr id="493" name="Google Shape;493;p21"/>
          <p:cNvPicPr preferRelativeResize="0"/>
          <p:nvPr/>
        </p:nvPicPr>
        <p:blipFill rotWithShape="1">
          <a:blip r:embed="rId4">
            <a:alphaModFix/>
          </a:blip>
          <a:srcRect b="0" l="0" r="0" t="0"/>
          <a:stretch/>
        </p:blipFill>
        <p:spPr>
          <a:xfrm>
            <a:off x="2955745" y="697738"/>
            <a:ext cx="2939025" cy="1849375"/>
          </a:xfrm>
          <a:prstGeom prst="rect">
            <a:avLst/>
          </a:prstGeom>
          <a:noFill/>
          <a:ln>
            <a:noFill/>
          </a:ln>
        </p:spPr>
      </p:pic>
      <p:sp>
        <p:nvSpPr>
          <p:cNvPr id="494" name="Google Shape;494;p21"/>
          <p:cNvSpPr txBox="1"/>
          <p:nvPr>
            <p:ph idx="1" type="body"/>
          </p:nvPr>
        </p:nvSpPr>
        <p:spPr>
          <a:xfrm>
            <a:off x="0" y="697750"/>
            <a:ext cx="2939100" cy="2370300"/>
          </a:xfrm>
          <a:prstGeom prst="rect">
            <a:avLst/>
          </a:prstGeom>
          <a:noFill/>
          <a:ln>
            <a:noFill/>
          </a:ln>
        </p:spPr>
        <p:txBody>
          <a:bodyPr anchorCtr="0" anchor="t" bIns="0" lIns="0" spcFirstLastPara="1" rIns="0" wrap="square" tIns="0">
            <a:spAutoFit/>
          </a:bodyPr>
          <a:lstStyle/>
          <a:p>
            <a:pPr indent="-304800" lvl="0" marL="457200" rtl="0" algn="just">
              <a:lnSpc>
                <a:spcPct val="100000"/>
              </a:lnSpc>
              <a:spcBef>
                <a:spcPts val="0"/>
              </a:spcBef>
              <a:spcAft>
                <a:spcPts val="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Random forest là mô hình học máy thuộc </a:t>
            </a:r>
            <a:r>
              <a:rPr b="1" i="1" lang="en-US" sz="1200">
                <a:solidFill>
                  <a:schemeClr val="dk1"/>
                </a:solidFill>
                <a:highlight>
                  <a:srgbClr val="FFFFFF"/>
                </a:highlight>
                <a:latin typeface="Arial"/>
                <a:ea typeface="Arial"/>
                <a:cs typeface="Arial"/>
                <a:sym typeface="Arial"/>
              </a:rPr>
              <a:t>ensemble learning,</a:t>
            </a:r>
            <a:r>
              <a:rPr lang="en-US" sz="1200">
                <a:solidFill>
                  <a:schemeClr val="dk1"/>
                </a:solidFill>
                <a:highlight>
                  <a:srgbClr val="FFFFFF"/>
                </a:highlight>
                <a:latin typeface="Arial"/>
                <a:ea typeface="Arial"/>
                <a:cs typeface="Arial"/>
                <a:sym typeface="Arial"/>
              </a:rPr>
              <a:t> kết hợp nhiều </a:t>
            </a:r>
            <a:r>
              <a:rPr b="1" i="1" lang="en-US" sz="1200">
                <a:solidFill>
                  <a:schemeClr val="dk1"/>
                </a:solidFill>
                <a:highlight>
                  <a:srgbClr val="FFFFFF"/>
                </a:highlight>
                <a:latin typeface="Arial"/>
                <a:ea typeface="Arial"/>
                <a:cs typeface="Arial"/>
                <a:sym typeface="Arial"/>
              </a:rPr>
              <a:t>decision tree</a:t>
            </a:r>
            <a:r>
              <a:rPr lang="en-US" sz="1200">
                <a:solidFill>
                  <a:schemeClr val="dk1"/>
                </a:solidFill>
                <a:highlight>
                  <a:srgbClr val="FFFFFF"/>
                </a:highlight>
                <a:latin typeface="Arial"/>
                <a:ea typeface="Arial"/>
                <a:cs typeface="Arial"/>
                <a:sym typeface="Arial"/>
              </a:rPr>
              <a:t> để cải thiện độ chính xác.</a:t>
            </a:r>
            <a:endParaRPr sz="1200">
              <a:solidFill>
                <a:schemeClr val="dk1"/>
              </a:solidFill>
              <a:highlight>
                <a:srgbClr val="FFFFFF"/>
              </a:highlight>
              <a:latin typeface="Arial"/>
              <a:ea typeface="Arial"/>
              <a:cs typeface="Arial"/>
              <a:sym typeface="Arial"/>
            </a:endParaRPr>
          </a:p>
          <a:p>
            <a:pPr indent="-304800" lvl="0" marL="457200" rtl="0" algn="just">
              <a:lnSpc>
                <a:spcPct val="100000"/>
              </a:lnSpc>
              <a:spcBef>
                <a:spcPts val="300"/>
              </a:spcBef>
              <a:spcAft>
                <a:spcPts val="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Được đề xuất bởi Leo Breiman vào năm 2001 và ứng dụng trong bài toán phân loại (classification) và hồi quy (regression)</a:t>
            </a:r>
            <a:endParaRPr sz="1200">
              <a:solidFill>
                <a:schemeClr val="dk1"/>
              </a:solidFill>
              <a:highlight>
                <a:srgbClr val="FFFFFF"/>
              </a:highlight>
              <a:latin typeface="Arial"/>
              <a:ea typeface="Arial"/>
              <a:cs typeface="Arial"/>
              <a:sym typeface="Arial"/>
            </a:endParaRPr>
          </a:p>
          <a:p>
            <a:pPr indent="-304800" lvl="0" marL="457200" rtl="0" algn="just">
              <a:lnSpc>
                <a:spcPct val="100000"/>
              </a:lnSpc>
              <a:spcBef>
                <a:spcPts val="300"/>
              </a:spcBef>
              <a:spcAft>
                <a:spcPts val="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Hoạt động dựa trên 2 kỹ thuật chính:</a:t>
            </a:r>
            <a:endParaRPr sz="1200">
              <a:solidFill>
                <a:schemeClr val="dk1"/>
              </a:solidFill>
              <a:highlight>
                <a:srgbClr val="FFFFFF"/>
              </a:highlight>
              <a:latin typeface="Arial"/>
              <a:ea typeface="Arial"/>
              <a:cs typeface="Arial"/>
              <a:sym typeface="Arial"/>
            </a:endParaRPr>
          </a:p>
          <a:p>
            <a:pPr indent="-304800" lvl="1" marL="914400" rtl="0" algn="just">
              <a:lnSpc>
                <a:spcPct val="100000"/>
              </a:lnSpc>
              <a:spcBef>
                <a:spcPts val="300"/>
              </a:spcBef>
              <a:spcAft>
                <a:spcPts val="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Bagging</a:t>
            </a:r>
            <a:endParaRPr sz="1200">
              <a:solidFill>
                <a:schemeClr val="dk1"/>
              </a:solidFill>
              <a:highlight>
                <a:srgbClr val="FFFFFF"/>
              </a:highlight>
              <a:latin typeface="Arial"/>
              <a:ea typeface="Arial"/>
              <a:cs typeface="Arial"/>
              <a:sym typeface="Arial"/>
            </a:endParaRPr>
          </a:p>
          <a:p>
            <a:pPr indent="-304800" lvl="1" marL="914400" rtl="0" algn="just">
              <a:lnSpc>
                <a:spcPct val="100000"/>
              </a:lnSpc>
              <a:spcBef>
                <a:spcPts val="300"/>
              </a:spcBef>
              <a:spcAft>
                <a:spcPts val="30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Random feature selection</a:t>
            </a:r>
            <a:endParaRPr sz="1200">
              <a:solidFill>
                <a:schemeClr val="dk1"/>
              </a:solidFill>
              <a:highlight>
                <a:srgbClr val="FFFFFF"/>
              </a:highlight>
              <a:latin typeface="Arial"/>
              <a:ea typeface="Arial"/>
              <a:cs typeface="Arial"/>
              <a:sym typeface="Arial"/>
            </a:endParaRPr>
          </a:p>
        </p:txBody>
      </p:sp>
      <p:sp>
        <p:nvSpPr>
          <p:cNvPr id="495" name="Google Shape;495;p21"/>
          <p:cNvSpPr txBox="1"/>
          <p:nvPr/>
        </p:nvSpPr>
        <p:spPr>
          <a:xfrm>
            <a:off x="344850" y="347975"/>
            <a:ext cx="38664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highlight>
                  <a:schemeClr val="lt1"/>
                </a:highlight>
                <a:latin typeface="Calibri"/>
                <a:ea typeface="Calibri"/>
                <a:cs typeface="Calibri"/>
                <a:sym typeface="Calibri"/>
              </a:rPr>
              <a:t>Giới thiệu</a:t>
            </a:r>
            <a:endParaRPr b="0" i="0" sz="1200" u="none" cap="none" strike="noStrike">
              <a:solidFill>
                <a:srgbClr val="000000"/>
              </a:solidFill>
              <a:highlight>
                <a:schemeClr val="lt1"/>
              </a:highlight>
              <a:latin typeface="Calibri"/>
              <a:ea typeface="Calibri"/>
              <a:cs typeface="Calibri"/>
              <a:sym typeface="Calibri"/>
            </a:endParaRPr>
          </a:p>
        </p:txBody>
      </p:sp>
      <p:sp>
        <p:nvSpPr>
          <p:cNvPr id="496" name="Google Shape;496;p21"/>
          <p:cNvSpPr txBox="1"/>
          <p:nvPr>
            <p:ph idx="12" type="sldNum"/>
          </p:nvPr>
        </p:nvSpPr>
        <p:spPr>
          <a:xfrm>
            <a:off x="5404849" y="3120750"/>
            <a:ext cx="3768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22"/>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2" name="Google Shape;502;p22"/>
          <p:cNvSpPr txBox="1"/>
          <p:nvPr/>
        </p:nvSpPr>
        <p:spPr>
          <a:xfrm>
            <a:off x="1500650" y="54775"/>
            <a:ext cx="2764500" cy="448200"/>
          </a:xfrm>
          <a:prstGeom prst="rect">
            <a:avLst/>
          </a:prstGeom>
          <a:noFill/>
          <a:ln>
            <a:noFill/>
          </a:ln>
        </p:spPr>
        <p:txBody>
          <a:bodyPr anchorCtr="0" anchor="t" bIns="0" lIns="0" spcFirstLastPara="1" rIns="0" wrap="square" tIns="17125">
            <a:spAutoFit/>
          </a:bodyPr>
          <a:lstStyle/>
          <a:p>
            <a:pPr indent="0" lvl="0" marL="12700" marR="0" rtl="0" algn="ctr">
              <a:lnSpc>
                <a:spcPct val="100000"/>
              </a:lnSpc>
              <a:spcBef>
                <a:spcPts val="0"/>
              </a:spcBef>
              <a:spcAft>
                <a:spcPts val="0"/>
              </a:spcAft>
              <a:buClr>
                <a:schemeClr val="dk1"/>
              </a:buClr>
              <a:buSzPts val="1400"/>
              <a:buFont typeface="Arial"/>
              <a:buNone/>
            </a:pPr>
            <a:r>
              <a:rPr b="1" i="0" lang="en-US" sz="1400" u="none" cap="none" strike="noStrike">
                <a:solidFill>
                  <a:schemeClr val="lt1"/>
                </a:solidFill>
                <a:latin typeface="Calibri"/>
                <a:ea typeface="Calibri"/>
                <a:cs typeface="Calibri"/>
                <a:sym typeface="Calibri"/>
              </a:rPr>
              <a:t>MÔ HÌNH RANDOM FOREST</a:t>
            </a:r>
            <a:endParaRPr b="0" i="0" sz="1400" u="none" cap="none" strike="noStrike">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FFFF"/>
              </a:solidFill>
              <a:latin typeface="Calibri"/>
              <a:ea typeface="Calibri"/>
              <a:cs typeface="Calibri"/>
              <a:sym typeface="Calibri"/>
            </a:endParaRPr>
          </a:p>
        </p:txBody>
      </p:sp>
      <p:grpSp>
        <p:nvGrpSpPr>
          <p:cNvPr id="503" name="Google Shape;503;p22"/>
          <p:cNvGrpSpPr/>
          <p:nvPr/>
        </p:nvGrpSpPr>
        <p:grpSpPr>
          <a:xfrm>
            <a:off x="0" y="3126384"/>
            <a:ext cx="5760185" cy="113664"/>
            <a:chOff x="0" y="3126384"/>
            <a:chExt cx="5760185" cy="113664"/>
          </a:xfrm>
        </p:grpSpPr>
        <p:sp>
          <p:nvSpPr>
            <p:cNvPr id="504" name="Google Shape;504;p22"/>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5" name="Google Shape;505;p22"/>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6" name="Google Shape;506;p22"/>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07" name="Google Shape;507;p22"/>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508" name="Google Shape;508;p22"/>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509" name="Google Shape;509;p22"/>
          <p:cNvSpPr txBox="1"/>
          <p:nvPr>
            <p:ph idx="11" type="ftr"/>
          </p:nvPr>
        </p:nvSpPr>
        <p:spPr>
          <a:xfrm>
            <a:off x="4422165" y="3120759"/>
            <a:ext cx="5085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January 2024</a:t>
            </a:r>
            <a:endParaRPr/>
          </a:p>
        </p:txBody>
      </p:sp>
      <p:pic>
        <p:nvPicPr>
          <p:cNvPr id="510" name="Google Shape;510;p22"/>
          <p:cNvPicPr preferRelativeResize="0"/>
          <p:nvPr/>
        </p:nvPicPr>
        <p:blipFill rotWithShape="1">
          <a:blip r:embed="rId4">
            <a:alphaModFix/>
          </a:blip>
          <a:srcRect b="0" l="0" r="0" t="0"/>
          <a:stretch/>
        </p:blipFill>
        <p:spPr>
          <a:xfrm>
            <a:off x="2793275" y="628900"/>
            <a:ext cx="2909774" cy="1857500"/>
          </a:xfrm>
          <a:prstGeom prst="rect">
            <a:avLst/>
          </a:prstGeom>
          <a:noFill/>
          <a:ln>
            <a:noFill/>
          </a:ln>
        </p:spPr>
      </p:pic>
      <p:sp>
        <p:nvSpPr>
          <p:cNvPr id="511" name="Google Shape;511;p22"/>
          <p:cNvSpPr txBox="1"/>
          <p:nvPr>
            <p:ph idx="4294967295" type="body"/>
          </p:nvPr>
        </p:nvSpPr>
        <p:spPr>
          <a:xfrm>
            <a:off x="68975" y="529863"/>
            <a:ext cx="2724300" cy="2409000"/>
          </a:xfrm>
          <a:prstGeom prst="rect">
            <a:avLst/>
          </a:prstGeom>
          <a:noFill/>
          <a:ln>
            <a:noFill/>
          </a:ln>
        </p:spPr>
        <p:txBody>
          <a:bodyPr anchorCtr="0" anchor="t" bIns="0" lIns="0" spcFirstLastPara="1" rIns="0" wrap="square" tIns="0">
            <a:spAutoFit/>
          </a:bodyPr>
          <a:lstStyle/>
          <a:p>
            <a:pPr indent="0" lvl="0" marL="0" rtl="0" algn="just">
              <a:lnSpc>
                <a:spcPct val="100000"/>
              </a:lnSpc>
              <a:spcBef>
                <a:spcPts val="0"/>
              </a:spcBef>
              <a:spcAft>
                <a:spcPts val="0"/>
              </a:spcAft>
              <a:buSzPts val="1400"/>
              <a:buNone/>
            </a:pPr>
            <a:r>
              <a:rPr b="1" lang="en-US" sz="1200">
                <a:solidFill>
                  <a:schemeClr val="dk1"/>
                </a:solidFill>
                <a:highlight>
                  <a:schemeClr val="lt1"/>
                </a:highlight>
                <a:latin typeface="Arial"/>
                <a:ea typeface="Arial"/>
                <a:cs typeface="Arial"/>
                <a:sym typeface="Arial"/>
              </a:rPr>
              <a:t>Bootstrap</a:t>
            </a:r>
            <a:endParaRPr b="1" sz="1200">
              <a:solidFill>
                <a:schemeClr val="dk1"/>
              </a:solidFill>
              <a:highlight>
                <a:srgbClr val="FFFFFF"/>
              </a:highlight>
              <a:latin typeface="Arial"/>
              <a:ea typeface="Arial"/>
              <a:cs typeface="Arial"/>
              <a:sym typeface="Arial"/>
            </a:endParaRPr>
          </a:p>
          <a:p>
            <a:pPr indent="-304800" lvl="0" marL="457200" rtl="0" algn="just">
              <a:lnSpc>
                <a:spcPct val="100000"/>
              </a:lnSpc>
              <a:spcBef>
                <a:spcPts val="300"/>
              </a:spcBef>
              <a:spcAft>
                <a:spcPts val="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Bootstrap Sampling là một kỹ thuật thống kê dựa trên phương pháp lấy mẫu có hoàn lại (resampling) từ một tập dữ liệu gốc để tạo ra nhiều tập dữ liệu con.</a:t>
            </a:r>
            <a:endParaRPr sz="1200">
              <a:solidFill>
                <a:schemeClr val="dk1"/>
              </a:solidFill>
              <a:highlight>
                <a:srgbClr val="FFFFFF"/>
              </a:highlight>
              <a:latin typeface="Arial"/>
              <a:ea typeface="Arial"/>
              <a:cs typeface="Arial"/>
              <a:sym typeface="Arial"/>
            </a:endParaRPr>
          </a:p>
          <a:p>
            <a:pPr indent="-304800" lvl="0" marL="457200" rtl="0" algn="just">
              <a:lnSpc>
                <a:spcPct val="100000"/>
              </a:lnSpc>
              <a:spcBef>
                <a:spcPts val="300"/>
              </a:spcBef>
              <a:spcAft>
                <a:spcPts val="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Nguyên lý:</a:t>
            </a:r>
            <a:endParaRPr sz="1200">
              <a:solidFill>
                <a:schemeClr val="dk1"/>
              </a:solidFill>
              <a:highlight>
                <a:srgbClr val="FFFFFF"/>
              </a:highlight>
              <a:latin typeface="Arial"/>
              <a:ea typeface="Arial"/>
              <a:cs typeface="Arial"/>
              <a:sym typeface="Arial"/>
            </a:endParaRPr>
          </a:p>
          <a:p>
            <a:pPr indent="-304800" lvl="1" marL="914400" rtl="0" algn="just">
              <a:lnSpc>
                <a:spcPct val="100000"/>
              </a:lnSpc>
              <a:spcBef>
                <a:spcPts val="300"/>
              </a:spcBef>
              <a:spcAft>
                <a:spcPts val="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Lấy 1 mẫu (</a:t>
            </a:r>
            <a:r>
              <a:rPr lang="en-US" sz="1200">
                <a:solidFill>
                  <a:schemeClr val="dk1"/>
                </a:solidFill>
                <a:highlight>
                  <a:schemeClr val="lt1"/>
                </a:highlight>
                <a:latin typeface="Arial"/>
                <a:ea typeface="Arial"/>
                <a:cs typeface="Arial"/>
                <a:sym typeface="Arial"/>
              </a:rPr>
              <a:t>kích thước n)</a:t>
            </a:r>
            <a:r>
              <a:rPr lang="en-US" sz="1200">
                <a:solidFill>
                  <a:schemeClr val="dk1"/>
                </a:solidFill>
                <a:highlight>
                  <a:srgbClr val="FFFFFF"/>
                </a:highlight>
                <a:latin typeface="Arial"/>
                <a:ea typeface="Arial"/>
                <a:cs typeface="Arial"/>
                <a:sym typeface="Arial"/>
              </a:rPr>
              <a:t> có hoàn lại</a:t>
            </a:r>
            <a:endParaRPr sz="1200">
              <a:solidFill>
                <a:schemeClr val="dk1"/>
              </a:solidFill>
              <a:highlight>
                <a:srgbClr val="FFFFFF"/>
              </a:highlight>
              <a:latin typeface="Arial"/>
              <a:ea typeface="Arial"/>
              <a:cs typeface="Arial"/>
              <a:sym typeface="Arial"/>
            </a:endParaRPr>
          </a:p>
          <a:p>
            <a:pPr indent="-304800" lvl="1" marL="914400" rtl="0" algn="just">
              <a:lnSpc>
                <a:spcPct val="100000"/>
              </a:lnSpc>
              <a:spcBef>
                <a:spcPts val="300"/>
              </a:spcBef>
              <a:spcAft>
                <a:spcPts val="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Lặp lại B lần</a:t>
            </a:r>
            <a:endParaRPr sz="1200">
              <a:solidFill>
                <a:schemeClr val="dk1"/>
              </a:solidFill>
              <a:highlight>
                <a:srgbClr val="FFFFFF"/>
              </a:highlight>
              <a:latin typeface="Arial"/>
              <a:ea typeface="Arial"/>
              <a:cs typeface="Arial"/>
              <a:sym typeface="Arial"/>
            </a:endParaRPr>
          </a:p>
          <a:p>
            <a:pPr indent="-304800" lvl="1" marL="914400" rtl="0" algn="just">
              <a:lnSpc>
                <a:spcPct val="100000"/>
              </a:lnSpc>
              <a:spcBef>
                <a:spcPts val="300"/>
              </a:spcBef>
              <a:spcAft>
                <a:spcPts val="30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Tính toán các thống kê</a:t>
            </a:r>
            <a:endParaRPr sz="1200">
              <a:solidFill>
                <a:schemeClr val="dk1"/>
              </a:solidFill>
              <a:highlight>
                <a:srgbClr val="FFFFFF"/>
              </a:highlight>
              <a:latin typeface="Arial"/>
              <a:ea typeface="Arial"/>
              <a:cs typeface="Arial"/>
              <a:sym typeface="Arial"/>
            </a:endParaRPr>
          </a:p>
        </p:txBody>
      </p:sp>
      <p:sp>
        <p:nvSpPr>
          <p:cNvPr id="512" name="Google Shape;512;p22"/>
          <p:cNvSpPr txBox="1"/>
          <p:nvPr>
            <p:ph idx="12" type="sldNum"/>
          </p:nvPr>
        </p:nvSpPr>
        <p:spPr>
          <a:xfrm>
            <a:off x="5404849" y="3120750"/>
            <a:ext cx="3768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23"/>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18" name="Google Shape;518;p23"/>
          <p:cNvGrpSpPr/>
          <p:nvPr/>
        </p:nvGrpSpPr>
        <p:grpSpPr>
          <a:xfrm>
            <a:off x="0" y="3126384"/>
            <a:ext cx="5760185" cy="113664"/>
            <a:chOff x="0" y="3126384"/>
            <a:chExt cx="5760185" cy="113664"/>
          </a:xfrm>
        </p:grpSpPr>
        <p:sp>
          <p:nvSpPr>
            <p:cNvPr id="519" name="Google Shape;519;p23"/>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0" name="Google Shape;520;p23"/>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1" name="Google Shape;521;p23"/>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22" name="Google Shape;522;p23"/>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523" name="Google Shape;523;p23"/>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524" name="Google Shape;524;p23"/>
          <p:cNvSpPr txBox="1"/>
          <p:nvPr>
            <p:ph idx="11" type="ftr"/>
          </p:nvPr>
        </p:nvSpPr>
        <p:spPr>
          <a:xfrm>
            <a:off x="4422165" y="3120759"/>
            <a:ext cx="5085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January 2024</a:t>
            </a:r>
            <a:endParaRPr/>
          </a:p>
        </p:txBody>
      </p:sp>
      <p:sp>
        <p:nvSpPr>
          <p:cNvPr id="525" name="Google Shape;525;p23"/>
          <p:cNvSpPr txBox="1"/>
          <p:nvPr>
            <p:ph idx="4294967295" type="body"/>
          </p:nvPr>
        </p:nvSpPr>
        <p:spPr>
          <a:xfrm>
            <a:off x="16650" y="436525"/>
            <a:ext cx="5588400" cy="2301300"/>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SzPts val="1400"/>
              <a:buNone/>
            </a:pPr>
            <a:r>
              <a:rPr b="1" lang="en-US" sz="1200">
                <a:solidFill>
                  <a:schemeClr val="dk1"/>
                </a:solidFill>
                <a:highlight>
                  <a:srgbClr val="FFFFFF"/>
                </a:highlight>
                <a:latin typeface="Arial"/>
                <a:ea typeface="Arial"/>
                <a:cs typeface="Arial"/>
                <a:sym typeface="Arial"/>
              </a:rPr>
              <a:t>Bagging ( Boostrap Aggregation)</a:t>
            </a:r>
            <a:endParaRPr b="1" sz="1200">
              <a:solidFill>
                <a:schemeClr val="dk1"/>
              </a:solidFill>
              <a:highlight>
                <a:srgbClr val="FFFFFF"/>
              </a:highlight>
              <a:latin typeface="Arial"/>
              <a:ea typeface="Arial"/>
              <a:cs typeface="Arial"/>
              <a:sym typeface="Arial"/>
            </a:endParaRPr>
          </a:p>
          <a:p>
            <a:pPr indent="-304800" lvl="0" marL="457200" rtl="0" algn="just">
              <a:lnSpc>
                <a:spcPct val="100000"/>
              </a:lnSpc>
              <a:spcBef>
                <a:spcPts val="0"/>
              </a:spcBef>
              <a:spcAft>
                <a:spcPts val="0"/>
              </a:spcAft>
              <a:buClr>
                <a:schemeClr val="dk1"/>
              </a:buClr>
              <a:buSzPts val="1200"/>
              <a:buChar char="●"/>
            </a:pPr>
            <a:r>
              <a:rPr b="1" lang="en-US" sz="1200">
                <a:solidFill>
                  <a:schemeClr val="dk1"/>
                </a:solidFill>
                <a:highlight>
                  <a:srgbClr val="FFFFFF"/>
                </a:highlight>
                <a:latin typeface="Arial"/>
                <a:ea typeface="Arial"/>
                <a:cs typeface="Arial"/>
                <a:sym typeface="Arial"/>
              </a:rPr>
              <a:t>Lấy mẫu Bootstrap:</a:t>
            </a:r>
            <a:endParaRPr b="1" sz="1200">
              <a:solidFill>
                <a:schemeClr val="dk1"/>
              </a:solidFill>
              <a:highlight>
                <a:srgbClr val="FFFFFF"/>
              </a:highlight>
              <a:latin typeface="Arial"/>
              <a:ea typeface="Arial"/>
              <a:cs typeface="Arial"/>
              <a:sym typeface="Arial"/>
            </a:endParaRPr>
          </a:p>
          <a:p>
            <a:pPr indent="-304800" lvl="1" marL="914400" rtl="0" algn="just">
              <a:lnSpc>
                <a:spcPct val="100000"/>
              </a:lnSpc>
              <a:spcBef>
                <a:spcPts val="300"/>
              </a:spcBef>
              <a:spcAft>
                <a:spcPts val="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Dữ liệu gốc có N quan sát, chọn ngẫu nhiên n quan sát khác (cho phép lặp lại).</a:t>
            </a:r>
            <a:endParaRPr sz="1200">
              <a:solidFill>
                <a:schemeClr val="dk1"/>
              </a:solidFill>
              <a:highlight>
                <a:srgbClr val="FFFFFF"/>
              </a:highlight>
              <a:latin typeface="Arial"/>
              <a:ea typeface="Arial"/>
              <a:cs typeface="Arial"/>
              <a:sym typeface="Arial"/>
            </a:endParaRPr>
          </a:p>
          <a:p>
            <a:pPr indent="-304800" lvl="0" marL="457200" rtl="0" algn="just">
              <a:lnSpc>
                <a:spcPct val="100000"/>
              </a:lnSpc>
              <a:spcBef>
                <a:spcPts val="300"/>
              </a:spcBef>
              <a:spcAft>
                <a:spcPts val="0"/>
              </a:spcAft>
              <a:buClr>
                <a:schemeClr val="dk1"/>
              </a:buClr>
              <a:buSzPts val="1200"/>
              <a:buChar char="●"/>
            </a:pPr>
            <a:r>
              <a:rPr b="1" lang="en-US" sz="1200">
                <a:solidFill>
                  <a:schemeClr val="dk1"/>
                </a:solidFill>
                <a:highlight>
                  <a:srgbClr val="FFFFFF"/>
                </a:highlight>
                <a:latin typeface="Arial"/>
                <a:ea typeface="Arial"/>
                <a:cs typeface="Arial"/>
                <a:sym typeface="Arial"/>
              </a:rPr>
              <a:t>Huấn luyện :</a:t>
            </a:r>
            <a:endParaRPr b="1" sz="1200">
              <a:solidFill>
                <a:schemeClr val="dk1"/>
              </a:solidFill>
              <a:highlight>
                <a:srgbClr val="FFFFFF"/>
              </a:highlight>
              <a:latin typeface="Arial"/>
              <a:ea typeface="Arial"/>
              <a:cs typeface="Arial"/>
              <a:sym typeface="Arial"/>
            </a:endParaRPr>
          </a:p>
          <a:p>
            <a:pPr indent="-304800" lvl="1" marL="914400" rtl="0" algn="just">
              <a:lnSpc>
                <a:spcPct val="100000"/>
              </a:lnSpc>
              <a:spcBef>
                <a:spcPts val="300"/>
              </a:spcBef>
              <a:spcAft>
                <a:spcPts val="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Mỗi tập con được dùng để huấn luyện một cây quyết định riêng biệt.</a:t>
            </a:r>
            <a:endParaRPr sz="1200">
              <a:solidFill>
                <a:schemeClr val="dk1"/>
              </a:solidFill>
              <a:highlight>
                <a:srgbClr val="FFFFFF"/>
              </a:highlight>
              <a:latin typeface="Arial"/>
              <a:ea typeface="Arial"/>
              <a:cs typeface="Arial"/>
              <a:sym typeface="Arial"/>
            </a:endParaRPr>
          </a:p>
          <a:p>
            <a:pPr indent="-304800" lvl="1" marL="914400" rtl="0" algn="just">
              <a:lnSpc>
                <a:spcPct val="100000"/>
              </a:lnSpc>
              <a:spcBef>
                <a:spcPts val="300"/>
              </a:spcBef>
              <a:spcAft>
                <a:spcPts val="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Mỗi cây chỉ thấy một phần của dữ liệu gốc, giúp tăng tính đa dạng giữa các cây.</a:t>
            </a:r>
            <a:endParaRPr sz="1200">
              <a:solidFill>
                <a:schemeClr val="dk1"/>
              </a:solidFill>
              <a:highlight>
                <a:srgbClr val="FFFFFF"/>
              </a:highlight>
              <a:latin typeface="Arial"/>
              <a:ea typeface="Arial"/>
              <a:cs typeface="Arial"/>
              <a:sym typeface="Arial"/>
            </a:endParaRPr>
          </a:p>
          <a:p>
            <a:pPr indent="-304800" lvl="0" marL="457200" rtl="0" algn="just">
              <a:lnSpc>
                <a:spcPct val="100000"/>
              </a:lnSpc>
              <a:spcBef>
                <a:spcPts val="300"/>
              </a:spcBef>
              <a:spcAft>
                <a:spcPts val="0"/>
              </a:spcAft>
              <a:buClr>
                <a:schemeClr val="dk1"/>
              </a:buClr>
              <a:buSzPts val="1200"/>
              <a:buChar char="●"/>
            </a:pPr>
            <a:r>
              <a:rPr b="1" lang="en-US" sz="1200">
                <a:solidFill>
                  <a:schemeClr val="dk1"/>
                </a:solidFill>
                <a:highlight>
                  <a:srgbClr val="FFFFFF"/>
                </a:highlight>
                <a:latin typeface="Arial"/>
                <a:ea typeface="Arial"/>
                <a:cs typeface="Arial"/>
                <a:sym typeface="Arial"/>
              </a:rPr>
              <a:t>Tổng hợp kết quả từ nhiều cây:</a:t>
            </a:r>
            <a:endParaRPr b="1" sz="1200">
              <a:solidFill>
                <a:schemeClr val="dk1"/>
              </a:solidFill>
              <a:highlight>
                <a:srgbClr val="FFFFFF"/>
              </a:highlight>
              <a:latin typeface="Arial"/>
              <a:ea typeface="Arial"/>
              <a:cs typeface="Arial"/>
              <a:sym typeface="Arial"/>
            </a:endParaRPr>
          </a:p>
          <a:p>
            <a:pPr indent="-304800" lvl="1" marL="914400" rtl="0" algn="just">
              <a:lnSpc>
                <a:spcPct val="100000"/>
              </a:lnSpc>
              <a:spcBef>
                <a:spcPts val="300"/>
              </a:spcBef>
              <a:spcAft>
                <a:spcPts val="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Phân loại: Lấy đa số phiếu bầu (majority voting) từ các cây.</a:t>
            </a:r>
            <a:endParaRPr sz="1200">
              <a:solidFill>
                <a:schemeClr val="dk1"/>
              </a:solidFill>
              <a:highlight>
                <a:srgbClr val="FFFFFF"/>
              </a:highlight>
              <a:latin typeface="Arial"/>
              <a:ea typeface="Arial"/>
              <a:cs typeface="Arial"/>
              <a:sym typeface="Arial"/>
            </a:endParaRPr>
          </a:p>
          <a:p>
            <a:pPr indent="-304800" lvl="1" marL="914400" rtl="0" algn="just">
              <a:lnSpc>
                <a:spcPct val="100000"/>
              </a:lnSpc>
              <a:spcBef>
                <a:spcPts val="300"/>
              </a:spcBef>
              <a:spcAft>
                <a:spcPts val="30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Hồi quy: Tính trung bình kết quả dự đoán từ các cây.</a:t>
            </a:r>
            <a:endParaRPr sz="1200">
              <a:solidFill>
                <a:schemeClr val="dk1"/>
              </a:solidFill>
              <a:highlight>
                <a:srgbClr val="FFFFFF"/>
              </a:highlight>
              <a:latin typeface="Arial"/>
              <a:ea typeface="Arial"/>
              <a:cs typeface="Arial"/>
              <a:sym typeface="Arial"/>
            </a:endParaRPr>
          </a:p>
        </p:txBody>
      </p:sp>
      <p:sp>
        <p:nvSpPr>
          <p:cNvPr id="526" name="Google Shape;526;p23"/>
          <p:cNvSpPr txBox="1"/>
          <p:nvPr/>
        </p:nvSpPr>
        <p:spPr>
          <a:xfrm>
            <a:off x="1500650" y="54775"/>
            <a:ext cx="2764500" cy="448200"/>
          </a:xfrm>
          <a:prstGeom prst="rect">
            <a:avLst/>
          </a:prstGeom>
          <a:noFill/>
          <a:ln>
            <a:noFill/>
          </a:ln>
        </p:spPr>
        <p:txBody>
          <a:bodyPr anchorCtr="0" anchor="t" bIns="0" lIns="0" spcFirstLastPara="1" rIns="0" wrap="square" tIns="17125">
            <a:spAutoFit/>
          </a:bodyPr>
          <a:lstStyle/>
          <a:p>
            <a:pPr indent="0" lvl="0" marL="1270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MÔ HÌNH RANDOM FOREST</a:t>
            </a:r>
            <a:endParaRPr b="0" i="0" sz="1400" u="none" cap="none" strike="noStrike">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FFFF"/>
              </a:solidFill>
              <a:latin typeface="Calibri"/>
              <a:ea typeface="Calibri"/>
              <a:cs typeface="Calibri"/>
              <a:sym typeface="Calibri"/>
            </a:endParaRPr>
          </a:p>
        </p:txBody>
      </p:sp>
      <p:sp>
        <p:nvSpPr>
          <p:cNvPr id="527" name="Google Shape;527;p23"/>
          <p:cNvSpPr txBox="1"/>
          <p:nvPr>
            <p:ph idx="12" type="sldNum"/>
          </p:nvPr>
        </p:nvSpPr>
        <p:spPr>
          <a:xfrm>
            <a:off x="5404849" y="3120750"/>
            <a:ext cx="3609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24"/>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33" name="Google Shape;533;p24"/>
          <p:cNvGrpSpPr/>
          <p:nvPr/>
        </p:nvGrpSpPr>
        <p:grpSpPr>
          <a:xfrm>
            <a:off x="0" y="3126384"/>
            <a:ext cx="5760185" cy="113664"/>
            <a:chOff x="0" y="3126384"/>
            <a:chExt cx="5760185" cy="113664"/>
          </a:xfrm>
        </p:grpSpPr>
        <p:sp>
          <p:nvSpPr>
            <p:cNvPr id="534" name="Google Shape;534;p24"/>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5" name="Google Shape;535;p24"/>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6" name="Google Shape;536;p24"/>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37" name="Google Shape;537;p24"/>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538" name="Google Shape;538;p24"/>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539" name="Google Shape;539;p24"/>
          <p:cNvSpPr txBox="1"/>
          <p:nvPr>
            <p:ph idx="11" type="ftr"/>
          </p:nvPr>
        </p:nvSpPr>
        <p:spPr>
          <a:xfrm>
            <a:off x="4422165" y="3120759"/>
            <a:ext cx="5085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January 2024</a:t>
            </a:r>
            <a:endParaRPr/>
          </a:p>
        </p:txBody>
      </p:sp>
      <p:pic>
        <p:nvPicPr>
          <p:cNvPr id="540" name="Google Shape;540;p24"/>
          <p:cNvPicPr preferRelativeResize="0"/>
          <p:nvPr/>
        </p:nvPicPr>
        <p:blipFill rotWithShape="1">
          <a:blip r:embed="rId4">
            <a:alphaModFix/>
          </a:blip>
          <a:srcRect b="0" l="0" r="0" t="0"/>
          <a:stretch/>
        </p:blipFill>
        <p:spPr>
          <a:xfrm>
            <a:off x="3090200" y="867109"/>
            <a:ext cx="2669875" cy="1679992"/>
          </a:xfrm>
          <a:prstGeom prst="rect">
            <a:avLst/>
          </a:prstGeom>
          <a:noFill/>
          <a:ln>
            <a:noFill/>
          </a:ln>
        </p:spPr>
      </p:pic>
      <p:sp>
        <p:nvSpPr>
          <p:cNvPr id="541" name="Google Shape;541;p24"/>
          <p:cNvSpPr txBox="1"/>
          <p:nvPr>
            <p:ph idx="4294967295" type="body"/>
          </p:nvPr>
        </p:nvSpPr>
        <p:spPr>
          <a:xfrm>
            <a:off x="16650" y="436525"/>
            <a:ext cx="3261900" cy="2185800"/>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SzPts val="1400"/>
              <a:buNone/>
            </a:pPr>
            <a:r>
              <a:rPr b="1" lang="en-US" sz="1200">
                <a:solidFill>
                  <a:schemeClr val="dk1"/>
                </a:solidFill>
                <a:highlight>
                  <a:srgbClr val="FFFFFF"/>
                </a:highlight>
                <a:latin typeface="Arial"/>
                <a:ea typeface="Arial"/>
                <a:cs typeface="Arial"/>
                <a:sym typeface="Arial"/>
              </a:rPr>
              <a:t>Random Feature Selection</a:t>
            </a:r>
            <a:endParaRPr b="1" sz="1200">
              <a:solidFill>
                <a:schemeClr val="dk1"/>
              </a:solidFill>
              <a:highlight>
                <a:srgbClr val="FFFFFF"/>
              </a:highlight>
              <a:latin typeface="Arial"/>
              <a:ea typeface="Arial"/>
              <a:cs typeface="Arial"/>
              <a:sym typeface="Arial"/>
            </a:endParaRPr>
          </a:p>
          <a:p>
            <a:pPr indent="-304800" lvl="0" marL="457200" rtl="0" algn="just">
              <a:lnSpc>
                <a:spcPct val="100000"/>
              </a:lnSpc>
              <a:spcBef>
                <a:spcPts val="0"/>
              </a:spcBef>
              <a:spcAft>
                <a:spcPts val="0"/>
              </a:spcAft>
              <a:buClr>
                <a:schemeClr val="dk1"/>
              </a:buClr>
              <a:buSzPts val="1200"/>
              <a:buChar char="●"/>
            </a:pPr>
            <a:r>
              <a:rPr lang="en-US" sz="1200">
                <a:solidFill>
                  <a:schemeClr val="dk1"/>
                </a:solidFill>
                <a:highlight>
                  <a:srgbClr val="FFFFFF"/>
                </a:highlight>
                <a:latin typeface="Arial"/>
                <a:ea typeface="Arial"/>
                <a:cs typeface="Arial"/>
                <a:sym typeface="Arial"/>
              </a:rPr>
              <a:t>Random Selection Feature (Chọn ngẫu nhiên đặc trưng) là một kỹ thuật thường được sử dụng trong học máy để chọn một tập con ngẫu nhiên của các đặc trưng (features) thay vì sử dụng toàn bộ tập hợp các đặc trưng có sẵn.</a:t>
            </a:r>
            <a:endParaRPr sz="1200">
              <a:solidFill>
                <a:schemeClr val="dk1"/>
              </a:solidFill>
              <a:highlight>
                <a:srgbClr val="FFFFFF"/>
              </a:highlight>
              <a:latin typeface="Arial"/>
              <a:ea typeface="Arial"/>
              <a:cs typeface="Arial"/>
              <a:sym typeface="Arial"/>
            </a:endParaRPr>
          </a:p>
          <a:p>
            <a:pPr indent="-304800" lvl="0" marL="457200" rtl="0" algn="just">
              <a:lnSpc>
                <a:spcPct val="100000"/>
              </a:lnSpc>
              <a:spcBef>
                <a:spcPts val="300"/>
              </a:spcBef>
              <a:spcAft>
                <a:spcPts val="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Ưu điểm:</a:t>
            </a:r>
            <a:endParaRPr sz="1200">
              <a:solidFill>
                <a:schemeClr val="dk1"/>
              </a:solidFill>
              <a:highlight>
                <a:srgbClr val="FFFFFF"/>
              </a:highlight>
              <a:latin typeface="Arial"/>
              <a:ea typeface="Arial"/>
              <a:cs typeface="Arial"/>
              <a:sym typeface="Arial"/>
            </a:endParaRPr>
          </a:p>
          <a:p>
            <a:pPr indent="-304800" lvl="1" marL="914400" rtl="0" algn="just">
              <a:lnSpc>
                <a:spcPct val="100000"/>
              </a:lnSpc>
              <a:spcBef>
                <a:spcPts val="300"/>
              </a:spcBef>
              <a:spcAft>
                <a:spcPts val="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Giảm Overfitting</a:t>
            </a:r>
            <a:endParaRPr sz="1200">
              <a:solidFill>
                <a:schemeClr val="dk1"/>
              </a:solidFill>
              <a:highlight>
                <a:srgbClr val="FFFFFF"/>
              </a:highlight>
              <a:latin typeface="Arial"/>
              <a:ea typeface="Arial"/>
              <a:cs typeface="Arial"/>
              <a:sym typeface="Arial"/>
            </a:endParaRPr>
          </a:p>
          <a:p>
            <a:pPr indent="-304800" lvl="1" marL="914400" rtl="0" algn="just">
              <a:lnSpc>
                <a:spcPct val="100000"/>
              </a:lnSpc>
              <a:spcBef>
                <a:spcPts val="300"/>
              </a:spcBef>
              <a:spcAft>
                <a:spcPts val="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Tăng Tính Đa Dạng Giữa Các Cây</a:t>
            </a:r>
            <a:endParaRPr sz="1200">
              <a:solidFill>
                <a:schemeClr val="dk1"/>
              </a:solidFill>
              <a:highlight>
                <a:srgbClr val="FFFFFF"/>
              </a:highlight>
              <a:latin typeface="Arial"/>
              <a:ea typeface="Arial"/>
              <a:cs typeface="Arial"/>
              <a:sym typeface="Arial"/>
            </a:endParaRPr>
          </a:p>
          <a:p>
            <a:pPr indent="-304800" lvl="1" marL="914400" rtl="0" algn="just">
              <a:lnSpc>
                <a:spcPct val="100000"/>
              </a:lnSpc>
              <a:spcBef>
                <a:spcPts val="300"/>
              </a:spcBef>
              <a:spcAft>
                <a:spcPts val="30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Tận Dụng Tốt Tính Ngẫu Nhiên</a:t>
            </a:r>
            <a:endParaRPr sz="1200">
              <a:solidFill>
                <a:schemeClr val="dk1"/>
              </a:solidFill>
              <a:highlight>
                <a:srgbClr val="FFFFFF"/>
              </a:highlight>
              <a:latin typeface="Arial"/>
              <a:ea typeface="Arial"/>
              <a:cs typeface="Arial"/>
              <a:sym typeface="Arial"/>
            </a:endParaRPr>
          </a:p>
        </p:txBody>
      </p:sp>
      <p:sp>
        <p:nvSpPr>
          <p:cNvPr id="542" name="Google Shape;542;p24"/>
          <p:cNvSpPr txBox="1"/>
          <p:nvPr/>
        </p:nvSpPr>
        <p:spPr>
          <a:xfrm>
            <a:off x="1500650" y="54775"/>
            <a:ext cx="2764500" cy="448200"/>
          </a:xfrm>
          <a:prstGeom prst="rect">
            <a:avLst/>
          </a:prstGeom>
          <a:noFill/>
          <a:ln>
            <a:noFill/>
          </a:ln>
        </p:spPr>
        <p:txBody>
          <a:bodyPr anchorCtr="0" anchor="t" bIns="0" lIns="0" spcFirstLastPara="1" rIns="0" wrap="square" tIns="17125">
            <a:spAutoFit/>
          </a:bodyPr>
          <a:lstStyle/>
          <a:p>
            <a:pPr indent="0" lvl="0" marL="1270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MÔ HÌNH RANDOM FOREST</a:t>
            </a:r>
            <a:endParaRPr b="0" i="0" sz="1400" u="none" cap="none" strike="noStrike">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FFFF"/>
              </a:solidFill>
              <a:latin typeface="Calibri"/>
              <a:ea typeface="Calibri"/>
              <a:cs typeface="Calibri"/>
              <a:sym typeface="Calibri"/>
            </a:endParaRPr>
          </a:p>
        </p:txBody>
      </p:sp>
      <p:sp>
        <p:nvSpPr>
          <p:cNvPr id="543" name="Google Shape;543;p24"/>
          <p:cNvSpPr txBox="1"/>
          <p:nvPr>
            <p:ph idx="12" type="sldNum"/>
          </p:nvPr>
        </p:nvSpPr>
        <p:spPr>
          <a:xfrm>
            <a:off x="5404848" y="3120750"/>
            <a:ext cx="3903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25"/>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49" name="Google Shape;549;p25"/>
          <p:cNvGrpSpPr/>
          <p:nvPr/>
        </p:nvGrpSpPr>
        <p:grpSpPr>
          <a:xfrm>
            <a:off x="0" y="3126384"/>
            <a:ext cx="5760185" cy="113664"/>
            <a:chOff x="0" y="3126384"/>
            <a:chExt cx="5760185" cy="113664"/>
          </a:xfrm>
        </p:grpSpPr>
        <p:sp>
          <p:nvSpPr>
            <p:cNvPr id="550" name="Google Shape;550;p25"/>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1" name="Google Shape;551;p25"/>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2" name="Google Shape;552;p25"/>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53" name="Google Shape;553;p25"/>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554" name="Google Shape;554;p25"/>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555" name="Google Shape;555;p25"/>
          <p:cNvSpPr txBox="1"/>
          <p:nvPr>
            <p:ph idx="11" type="ftr"/>
          </p:nvPr>
        </p:nvSpPr>
        <p:spPr>
          <a:xfrm>
            <a:off x="4422165" y="3120759"/>
            <a:ext cx="5085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January 2024</a:t>
            </a:r>
            <a:endParaRPr/>
          </a:p>
        </p:txBody>
      </p:sp>
      <p:pic>
        <p:nvPicPr>
          <p:cNvPr id="556" name="Google Shape;556;p25"/>
          <p:cNvPicPr preferRelativeResize="0"/>
          <p:nvPr/>
        </p:nvPicPr>
        <p:blipFill rotWithShape="1">
          <a:blip r:embed="rId4">
            <a:alphaModFix/>
          </a:blip>
          <a:srcRect b="0" l="0" r="0" t="0"/>
          <a:stretch/>
        </p:blipFill>
        <p:spPr>
          <a:xfrm>
            <a:off x="2955745" y="697738"/>
            <a:ext cx="2939025" cy="1849375"/>
          </a:xfrm>
          <a:prstGeom prst="rect">
            <a:avLst/>
          </a:prstGeom>
          <a:noFill/>
          <a:ln>
            <a:noFill/>
          </a:ln>
        </p:spPr>
      </p:pic>
      <p:sp>
        <p:nvSpPr>
          <p:cNvPr id="557" name="Google Shape;557;p25"/>
          <p:cNvSpPr txBox="1"/>
          <p:nvPr>
            <p:ph idx="4294967295" type="body"/>
          </p:nvPr>
        </p:nvSpPr>
        <p:spPr>
          <a:xfrm>
            <a:off x="0" y="532675"/>
            <a:ext cx="3011700" cy="2593500"/>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SzPts val="1400"/>
              <a:buNone/>
            </a:pPr>
            <a:r>
              <a:rPr b="1" lang="en-US" sz="1200">
                <a:solidFill>
                  <a:schemeClr val="dk1"/>
                </a:solidFill>
                <a:highlight>
                  <a:srgbClr val="FFFFFF"/>
                </a:highlight>
                <a:latin typeface="Arial"/>
                <a:ea typeface="Arial"/>
                <a:cs typeface="Arial"/>
                <a:sym typeface="Arial"/>
              </a:rPr>
              <a:t>Quá trình hình thành Random Forest</a:t>
            </a:r>
            <a:endParaRPr b="1" sz="1400">
              <a:solidFill>
                <a:schemeClr val="dk1"/>
              </a:solidFill>
            </a:endParaRPr>
          </a:p>
          <a:p>
            <a:pPr indent="-304800" lvl="0" marL="457200" rtl="0" algn="just">
              <a:lnSpc>
                <a:spcPct val="100000"/>
              </a:lnSpc>
              <a:spcBef>
                <a:spcPts val="0"/>
              </a:spcBef>
              <a:spcAft>
                <a:spcPts val="0"/>
              </a:spcAft>
              <a:buClr>
                <a:schemeClr val="dk1"/>
              </a:buClr>
              <a:buSzPts val="1200"/>
              <a:buChar char="●"/>
            </a:pPr>
            <a:r>
              <a:rPr lang="en-US" sz="1200">
                <a:solidFill>
                  <a:schemeClr val="dk1"/>
                </a:solidFill>
                <a:highlight>
                  <a:srgbClr val="FFFFFF"/>
                </a:highlight>
                <a:latin typeface="Arial"/>
                <a:ea typeface="Arial"/>
                <a:cs typeface="Arial"/>
                <a:sym typeface="Arial"/>
              </a:rPr>
              <a:t>Chia nhỏ dữ liệu bằng Bootstrap sampling</a:t>
            </a:r>
            <a:endParaRPr sz="1200">
              <a:solidFill>
                <a:schemeClr val="dk1"/>
              </a:solidFill>
              <a:highlight>
                <a:srgbClr val="FFFFFF"/>
              </a:highlight>
              <a:latin typeface="Arial"/>
              <a:ea typeface="Arial"/>
              <a:cs typeface="Arial"/>
              <a:sym typeface="Arial"/>
            </a:endParaRPr>
          </a:p>
          <a:p>
            <a:pPr indent="-304800" lvl="0" marL="457200" rtl="0" algn="just">
              <a:lnSpc>
                <a:spcPct val="100000"/>
              </a:lnSpc>
              <a:spcBef>
                <a:spcPts val="300"/>
              </a:spcBef>
              <a:spcAft>
                <a:spcPts val="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Chọn ngẫu nhiên một tập con đặc trưng (features) để phân tách tại mỗi node của cây</a:t>
            </a:r>
            <a:endParaRPr sz="1200">
              <a:solidFill>
                <a:schemeClr val="dk1"/>
              </a:solidFill>
              <a:highlight>
                <a:srgbClr val="FFFFFF"/>
              </a:highlight>
              <a:latin typeface="Arial"/>
              <a:ea typeface="Arial"/>
              <a:cs typeface="Arial"/>
              <a:sym typeface="Arial"/>
            </a:endParaRPr>
          </a:p>
          <a:p>
            <a:pPr indent="-304800" lvl="0" marL="457200" rtl="0" algn="just">
              <a:lnSpc>
                <a:spcPct val="100000"/>
              </a:lnSpc>
              <a:spcBef>
                <a:spcPts val="300"/>
              </a:spcBef>
              <a:spcAft>
                <a:spcPts val="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Huấn luyện từng cây quyết định</a:t>
            </a:r>
            <a:endParaRPr sz="1200">
              <a:solidFill>
                <a:schemeClr val="dk1"/>
              </a:solidFill>
              <a:highlight>
                <a:srgbClr val="FFFFFF"/>
              </a:highlight>
              <a:latin typeface="Arial"/>
              <a:ea typeface="Arial"/>
              <a:cs typeface="Arial"/>
              <a:sym typeface="Arial"/>
            </a:endParaRPr>
          </a:p>
          <a:p>
            <a:pPr indent="-304800" lvl="0" marL="457200" rtl="0" algn="just">
              <a:lnSpc>
                <a:spcPct val="100000"/>
              </a:lnSpc>
              <a:spcBef>
                <a:spcPts val="300"/>
              </a:spcBef>
              <a:spcAft>
                <a:spcPts val="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Kết hợp kết quả từ các cây để đưa ra dự đoán cuối cùng.</a:t>
            </a:r>
            <a:endParaRPr sz="1200">
              <a:solidFill>
                <a:schemeClr val="dk1"/>
              </a:solidFill>
              <a:highlight>
                <a:srgbClr val="FFFFFF"/>
              </a:highlight>
              <a:latin typeface="Arial"/>
              <a:ea typeface="Arial"/>
              <a:cs typeface="Arial"/>
              <a:sym typeface="Arial"/>
            </a:endParaRPr>
          </a:p>
          <a:p>
            <a:pPr indent="-304800" lvl="1" marL="914400" rtl="0" algn="just">
              <a:lnSpc>
                <a:spcPct val="100000"/>
              </a:lnSpc>
              <a:spcBef>
                <a:spcPts val="300"/>
              </a:spcBef>
              <a:spcAft>
                <a:spcPts val="0"/>
              </a:spcAft>
              <a:buClr>
                <a:schemeClr val="dk1"/>
              </a:buClr>
              <a:buSzPts val="1200"/>
              <a:buChar char="○"/>
            </a:pPr>
            <a:r>
              <a:rPr lang="en-US" sz="1200">
                <a:solidFill>
                  <a:schemeClr val="dk1"/>
                </a:solidFill>
                <a:highlight>
                  <a:schemeClr val="lt1"/>
                </a:highlight>
                <a:latin typeface="Arial"/>
                <a:ea typeface="Arial"/>
                <a:cs typeface="Arial"/>
                <a:sym typeface="Arial"/>
              </a:rPr>
              <a:t>Phân loại: Lấy đa số phiếu bầu (majority voting) từ các cây.</a:t>
            </a:r>
            <a:endParaRPr sz="1200">
              <a:solidFill>
                <a:schemeClr val="dk1"/>
              </a:solidFill>
              <a:highlight>
                <a:schemeClr val="lt1"/>
              </a:highlight>
              <a:latin typeface="Arial"/>
              <a:ea typeface="Arial"/>
              <a:cs typeface="Arial"/>
              <a:sym typeface="Arial"/>
            </a:endParaRPr>
          </a:p>
          <a:p>
            <a:pPr indent="-304800" lvl="1" marL="914400" rtl="0" algn="just">
              <a:lnSpc>
                <a:spcPct val="100000"/>
              </a:lnSpc>
              <a:spcBef>
                <a:spcPts val="300"/>
              </a:spcBef>
              <a:spcAft>
                <a:spcPts val="300"/>
              </a:spcAft>
              <a:buClr>
                <a:schemeClr val="dk1"/>
              </a:buClr>
              <a:buSzPts val="1200"/>
              <a:buChar char="○"/>
            </a:pPr>
            <a:r>
              <a:rPr lang="en-US" sz="1200">
                <a:solidFill>
                  <a:schemeClr val="dk1"/>
                </a:solidFill>
                <a:highlight>
                  <a:schemeClr val="lt1"/>
                </a:highlight>
                <a:latin typeface="Arial"/>
                <a:ea typeface="Arial"/>
                <a:cs typeface="Arial"/>
                <a:sym typeface="Arial"/>
              </a:rPr>
              <a:t>Hồi quy: Tính trung bình kết quả dự đoán từ các cây.</a:t>
            </a:r>
            <a:endParaRPr sz="1200">
              <a:solidFill>
                <a:schemeClr val="dk1"/>
              </a:solidFill>
              <a:highlight>
                <a:srgbClr val="FFFFFF"/>
              </a:highlight>
              <a:latin typeface="Arial"/>
              <a:ea typeface="Arial"/>
              <a:cs typeface="Arial"/>
              <a:sym typeface="Arial"/>
            </a:endParaRPr>
          </a:p>
        </p:txBody>
      </p:sp>
      <p:sp>
        <p:nvSpPr>
          <p:cNvPr id="558" name="Google Shape;558;p25"/>
          <p:cNvSpPr txBox="1"/>
          <p:nvPr/>
        </p:nvSpPr>
        <p:spPr>
          <a:xfrm>
            <a:off x="1500650" y="54775"/>
            <a:ext cx="2764500" cy="448200"/>
          </a:xfrm>
          <a:prstGeom prst="rect">
            <a:avLst/>
          </a:prstGeom>
          <a:noFill/>
          <a:ln>
            <a:noFill/>
          </a:ln>
        </p:spPr>
        <p:txBody>
          <a:bodyPr anchorCtr="0" anchor="t" bIns="0" lIns="0" spcFirstLastPara="1" rIns="0" wrap="square" tIns="17125">
            <a:spAutoFit/>
          </a:bodyPr>
          <a:lstStyle/>
          <a:p>
            <a:pPr indent="0" lvl="0" marL="1270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MÔ HÌNH RANDOM FOREST</a:t>
            </a:r>
            <a:endParaRPr b="0" i="0" sz="1400" u="none" cap="none" strike="noStrike">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FFFF"/>
              </a:solidFill>
              <a:latin typeface="Calibri"/>
              <a:ea typeface="Calibri"/>
              <a:cs typeface="Calibri"/>
              <a:sym typeface="Calibri"/>
            </a:endParaRPr>
          </a:p>
        </p:txBody>
      </p:sp>
      <p:sp>
        <p:nvSpPr>
          <p:cNvPr id="559" name="Google Shape;559;p25"/>
          <p:cNvSpPr txBox="1"/>
          <p:nvPr>
            <p:ph idx="12" type="sldNum"/>
          </p:nvPr>
        </p:nvSpPr>
        <p:spPr>
          <a:xfrm>
            <a:off x="5404848" y="3120750"/>
            <a:ext cx="3903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26"/>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65" name="Google Shape;565;p26"/>
          <p:cNvGrpSpPr/>
          <p:nvPr/>
        </p:nvGrpSpPr>
        <p:grpSpPr>
          <a:xfrm>
            <a:off x="0" y="3126384"/>
            <a:ext cx="5760185" cy="113664"/>
            <a:chOff x="0" y="3126384"/>
            <a:chExt cx="5760185" cy="113664"/>
          </a:xfrm>
        </p:grpSpPr>
        <p:sp>
          <p:nvSpPr>
            <p:cNvPr id="566" name="Google Shape;566;p26"/>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7" name="Google Shape;567;p26"/>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8" name="Google Shape;568;p26"/>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69" name="Google Shape;569;p26"/>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570" name="Google Shape;570;p26"/>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571" name="Google Shape;571;p26"/>
          <p:cNvSpPr txBox="1"/>
          <p:nvPr>
            <p:ph idx="11" type="ftr"/>
          </p:nvPr>
        </p:nvSpPr>
        <p:spPr>
          <a:xfrm>
            <a:off x="4422165" y="3120759"/>
            <a:ext cx="5085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January 2024</a:t>
            </a:r>
            <a:endParaRPr/>
          </a:p>
        </p:txBody>
      </p:sp>
      <p:sp>
        <p:nvSpPr>
          <p:cNvPr id="572" name="Google Shape;572;p26"/>
          <p:cNvSpPr txBox="1"/>
          <p:nvPr>
            <p:ph idx="4294967295" type="body"/>
          </p:nvPr>
        </p:nvSpPr>
        <p:spPr>
          <a:xfrm>
            <a:off x="657300" y="668575"/>
            <a:ext cx="1697100" cy="2310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300"/>
              </a:spcAft>
              <a:buSzPts val="1400"/>
              <a:buNone/>
            </a:pPr>
            <a:r>
              <a:rPr b="1" lang="en-US" sz="1500">
                <a:solidFill>
                  <a:schemeClr val="dk1"/>
                </a:solidFill>
                <a:highlight>
                  <a:srgbClr val="FFFFFF"/>
                </a:highlight>
                <a:latin typeface="Arial"/>
                <a:ea typeface="Arial"/>
                <a:cs typeface="Arial"/>
                <a:sym typeface="Arial"/>
              </a:rPr>
              <a:t>Ưu điểm</a:t>
            </a:r>
            <a:endParaRPr b="1" sz="1500">
              <a:solidFill>
                <a:schemeClr val="dk1"/>
              </a:solidFill>
              <a:highlight>
                <a:srgbClr val="FFFFFF"/>
              </a:highlight>
              <a:latin typeface="Arial"/>
              <a:ea typeface="Arial"/>
              <a:cs typeface="Arial"/>
              <a:sym typeface="Arial"/>
            </a:endParaRPr>
          </a:p>
        </p:txBody>
      </p:sp>
      <p:cxnSp>
        <p:nvCxnSpPr>
          <p:cNvPr id="573" name="Google Shape;573;p26"/>
          <p:cNvCxnSpPr/>
          <p:nvPr/>
        </p:nvCxnSpPr>
        <p:spPr>
          <a:xfrm>
            <a:off x="2897800" y="668575"/>
            <a:ext cx="0" cy="2137200"/>
          </a:xfrm>
          <a:prstGeom prst="straightConnector1">
            <a:avLst/>
          </a:prstGeom>
          <a:noFill/>
          <a:ln cap="flat" cmpd="sng" w="9525">
            <a:solidFill>
              <a:schemeClr val="dk2"/>
            </a:solidFill>
            <a:prstDash val="solid"/>
            <a:round/>
            <a:headEnd len="sm" w="sm" type="none"/>
            <a:tailEnd len="sm" w="sm" type="none"/>
          </a:ln>
        </p:spPr>
      </p:cxnSp>
      <p:sp>
        <p:nvSpPr>
          <p:cNvPr id="574" name="Google Shape;574;p26"/>
          <p:cNvSpPr txBox="1"/>
          <p:nvPr>
            <p:ph idx="4294967295" type="body"/>
          </p:nvPr>
        </p:nvSpPr>
        <p:spPr>
          <a:xfrm>
            <a:off x="3441200" y="668575"/>
            <a:ext cx="1697100" cy="2310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300"/>
              </a:spcAft>
              <a:buSzPts val="1400"/>
              <a:buNone/>
            </a:pPr>
            <a:r>
              <a:rPr b="1" lang="en-US" sz="1500">
                <a:solidFill>
                  <a:schemeClr val="dk1"/>
                </a:solidFill>
                <a:highlight>
                  <a:srgbClr val="FFFFFF"/>
                </a:highlight>
                <a:latin typeface="Arial"/>
                <a:ea typeface="Arial"/>
                <a:cs typeface="Arial"/>
                <a:sym typeface="Arial"/>
              </a:rPr>
              <a:t>Nhược điểm</a:t>
            </a:r>
            <a:endParaRPr b="1" sz="1500">
              <a:solidFill>
                <a:schemeClr val="dk1"/>
              </a:solidFill>
              <a:highlight>
                <a:srgbClr val="FFFFFF"/>
              </a:highlight>
              <a:latin typeface="Arial"/>
              <a:ea typeface="Arial"/>
              <a:cs typeface="Arial"/>
              <a:sym typeface="Arial"/>
            </a:endParaRPr>
          </a:p>
        </p:txBody>
      </p:sp>
      <p:sp>
        <p:nvSpPr>
          <p:cNvPr id="575" name="Google Shape;575;p26"/>
          <p:cNvSpPr txBox="1"/>
          <p:nvPr>
            <p:ph idx="4294967295" type="body"/>
          </p:nvPr>
        </p:nvSpPr>
        <p:spPr>
          <a:xfrm>
            <a:off x="0" y="1090675"/>
            <a:ext cx="2746500" cy="815700"/>
          </a:xfrm>
          <a:prstGeom prst="rect">
            <a:avLst/>
          </a:prstGeom>
          <a:noFill/>
          <a:ln>
            <a:noFill/>
          </a:ln>
        </p:spPr>
        <p:txBody>
          <a:bodyPr anchorCtr="0" anchor="t" bIns="0" lIns="0" spcFirstLastPara="1" rIns="0" wrap="square" tIns="0">
            <a:spAutoFit/>
          </a:bodyPr>
          <a:lstStyle/>
          <a:p>
            <a:pPr indent="-304800" lvl="0" marL="457200" rtl="0" algn="just">
              <a:lnSpc>
                <a:spcPct val="100000"/>
              </a:lnSpc>
              <a:spcBef>
                <a:spcPts val="0"/>
              </a:spcBef>
              <a:spcAft>
                <a:spcPts val="0"/>
              </a:spcAft>
              <a:buClr>
                <a:schemeClr val="dk1"/>
              </a:buClr>
              <a:buSzPts val="1200"/>
              <a:buChar char="●"/>
            </a:pPr>
            <a:r>
              <a:rPr lang="en-US" sz="1200">
                <a:solidFill>
                  <a:schemeClr val="dk1"/>
                </a:solidFill>
                <a:highlight>
                  <a:srgbClr val="FFFFFF"/>
                </a:highlight>
                <a:latin typeface="Arial"/>
                <a:ea typeface="Arial"/>
                <a:cs typeface="Arial"/>
                <a:sym typeface="Arial"/>
              </a:rPr>
              <a:t>Giảm Overfitting</a:t>
            </a:r>
            <a:endParaRPr sz="1200">
              <a:solidFill>
                <a:schemeClr val="dk1"/>
              </a:solidFill>
              <a:highlight>
                <a:srgbClr val="FFFFFF"/>
              </a:highlight>
              <a:latin typeface="Arial"/>
              <a:ea typeface="Arial"/>
              <a:cs typeface="Arial"/>
              <a:sym typeface="Arial"/>
            </a:endParaRPr>
          </a:p>
          <a:p>
            <a:pPr indent="-304800" lvl="0" marL="457200" rtl="0" algn="just">
              <a:lnSpc>
                <a:spcPct val="100000"/>
              </a:lnSpc>
              <a:spcBef>
                <a:spcPts val="300"/>
              </a:spcBef>
              <a:spcAft>
                <a:spcPts val="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Hoạt Động Tốt Trên Dữ Liệu Lớn &amp; Có Nhiều Đặc Trưng</a:t>
            </a:r>
            <a:endParaRPr sz="1200">
              <a:solidFill>
                <a:schemeClr val="dk1"/>
              </a:solidFill>
              <a:highlight>
                <a:srgbClr val="FFFFFF"/>
              </a:highlight>
              <a:latin typeface="Arial"/>
              <a:ea typeface="Arial"/>
              <a:cs typeface="Arial"/>
              <a:sym typeface="Arial"/>
            </a:endParaRPr>
          </a:p>
          <a:p>
            <a:pPr indent="-304800" lvl="0" marL="457200" rtl="0" algn="just">
              <a:lnSpc>
                <a:spcPct val="100000"/>
              </a:lnSpc>
              <a:spcBef>
                <a:spcPts val="300"/>
              </a:spcBef>
              <a:spcAft>
                <a:spcPts val="30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Khả Năng Tổng Quát Hóa Cao</a:t>
            </a:r>
            <a:endParaRPr sz="1200">
              <a:solidFill>
                <a:schemeClr val="dk1"/>
              </a:solidFill>
              <a:highlight>
                <a:srgbClr val="FFFFFF"/>
              </a:highlight>
              <a:latin typeface="Arial"/>
              <a:ea typeface="Arial"/>
              <a:cs typeface="Arial"/>
              <a:sym typeface="Arial"/>
            </a:endParaRPr>
          </a:p>
        </p:txBody>
      </p:sp>
      <p:sp>
        <p:nvSpPr>
          <p:cNvPr id="576" name="Google Shape;576;p26"/>
          <p:cNvSpPr txBox="1"/>
          <p:nvPr>
            <p:ph idx="4294967295" type="body"/>
          </p:nvPr>
        </p:nvSpPr>
        <p:spPr>
          <a:xfrm>
            <a:off x="2897800" y="1090675"/>
            <a:ext cx="2668800" cy="1185300"/>
          </a:xfrm>
          <a:prstGeom prst="rect">
            <a:avLst/>
          </a:prstGeom>
          <a:noFill/>
          <a:ln>
            <a:noFill/>
          </a:ln>
        </p:spPr>
        <p:txBody>
          <a:bodyPr anchorCtr="0" anchor="t" bIns="0" lIns="0" spcFirstLastPara="1" rIns="0" wrap="square" tIns="0">
            <a:spAutoFit/>
          </a:bodyPr>
          <a:lstStyle/>
          <a:p>
            <a:pPr indent="-304800" lvl="0" marL="457200" rtl="0" algn="just">
              <a:lnSpc>
                <a:spcPct val="100000"/>
              </a:lnSpc>
              <a:spcBef>
                <a:spcPts val="0"/>
              </a:spcBef>
              <a:spcAft>
                <a:spcPts val="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Tốc Độ Chậm Khi Dữ Liệu Quá Lớn</a:t>
            </a:r>
            <a:endParaRPr sz="1200">
              <a:solidFill>
                <a:schemeClr val="dk1"/>
              </a:solidFill>
              <a:highlight>
                <a:srgbClr val="FFFFFF"/>
              </a:highlight>
              <a:latin typeface="Arial"/>
              <a:ea typeface="Arial"/>
              <a:cs typeface="Arial"/>
              <a:sym typeface="Arial"/>
            </a:endParaRPr>
          </a:p>
          <a:p>
            <a:pPr indent="-304800" lvl="0" marL="457200" rtl="0" algn="just">
              <a:lnSpc>
                <a:spcPct val="100000"/>
              </a:lnSpc>
              <a:spcBef>
                <a:spcPts val="300"/>
              </a:spcBef>
              <a:spcAft>
                <a:spcPts val="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Mô Hình Phức Tạp, Khó Diễn Giải</a:t>
            </a:r>
            <a:endParaRPr sz="1200">
              <a:solidFill>
                <a:schemeClr val="dk1"/>
              </a:solidFill>
              <a:highlight>
                <a:srgbClr val="FFFFFF"/>
              </a:highlight>
              <a:latin typeface="Arial"/>
              <a:ea typeface="Arial"/>
              <a:cs typeface="Arial"/>
              <a:sym typeface="Arial"/>
            </a:endParaRPr>
          </a:p>
          <a:p>
            <a:pPr indent="-304800" lvl="0" marL="457200" rtl="0" algn="just">
              <a:lnSpc>
                <a:spcPct val="100000"/>
              </a:lnSpc>
              <a:spcBef>
                <a:spcPts val="300"/>
              </a:spcBef>
              <a:spcAft>
                <a:spcPts val="300"/>
              </a:spcAft>
              <a:buClr>
                <a:schemeClr val="dk1"/>
              </a:buClr>
              <a:buSzPts val="1200"/>
              <a:buFont typeface="Arial"/>
              <a:buChar char="●"/>
            </a:pPr>
            <a:r>
              <a:rPr lang="en-US" sz="1200">
                <a:solidFill>
                  <a:schemeClr val="dk1"/>
                </a:solidFill>
                <a:highlight>
                  <a:srgbClr val="FFFFFF"/>
                </a:highlight>
                <a:latin typeface="Arial"/>
                <a:ea typeface="Arial"/>
                <a:cs typeface="Arial"/>
                <a:sym typeface="Arial"/>
              </a:rPr>
              <a:t>Không Tốt Khi Dữ Liệu Quá Mất Cân Bằng</a:t>
            </a:r>
            <a:endParaRPr sz="1200">
              <a:solidFill>
                <a:schemeClr val="dk1"/>
              </a:solidFill>
              <a:highlight>
                <a:srgbClr val="FFFFFF"/>
              </a:highlight>
              <a:latin typeface="Arial"/>
              <a:ea typeface="Arial"/>
              <a:cs typeface="Arial"/>
              <a:sym typeface="Arial"/>
            </a:endParaRPr>
          </a:p>
        </p:txBody>
      </p:sp>
      <p:cxnSp>
        <p:nvCxnSpPr>
          <p:cNvPr id="577" name="Google Shape;577;p26"/>
          <p:cNvCxnSpPr/>
          <p:nvPr/>
        </p:nvCxnSpPr>
        <p:spPr>
          <a:xfrm>
            <a:off x="98225" y="948850"/>
            <a:ext cx="5571000" cy="0"/>
          </a:xfrm>
          <a:prstGeom prst="straightConnector1">
            <a:avLst/>
          </a:prstGeom>
          <a:noFill/>
          <a:ln cap="flat" cmpd="sng" w="9525">
            <a:solidFill>
              <a:schemeClr val="dk2"/>
            </a:solidFill>
            <a:prstDash val="solid"/>
            <a:round/>
            <a:headEnd len="sm" w="sm" type="none"/>
            <a:tailEnd len="sm" w="sm" type="none"/>
          </a:ln>
        </p:spPr>
      </p:cxnSp>
      <p:sp>
        <p:nvSpPr>
          <p:cNvPr id="578" name="Google Shape;578;p26"/>
          <p:cNvSpPr txBox="1"/>
          <p:nvPr/>
        </p:nvSpPr>
        <p:spPr>
          <a:xfrm>
            <a:off x="1500650" y="54775"/>
            <a:ext cx="2764500" cy="448200"/>
          </a:xfrm>
          <a:prstGeom prst="rect">
            <a:avLst/>
          </a:prstGeom>
          <a:noFill/>
          <a:ln>
            <a:noFill/>
          </a:ln>
        </p:spPr>
        <p:txBody>
          <a:bodyPr anchorCtr="0" anchor="t" bIns="0" lIns="0" spcFirstLastPara="1" rIns="0" wrap="square" tIns="17125">
            <a:spAutoFit/>
          </a:bodyPr>
          <a:lstStyle/>
          <a:p>
            <a:pPr indent="0" lvl="0" marL="1270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MÔ HÌNH RANDOM FOREST</a:t>
            </a:r>
            <a:endParaRPr b="0" i="0" sz="1400" u="none" cap="none" strike="noStrike">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FFFF"/>
              </a:solidFill>
              <a:latin typeface="Calibri"/>
              <a:ea typeface="Calibri"/>
              <a:cs typeface="Calibri"/>
              <a:sym typeface="Calibri"/>
            </a:endParaRPr>
          </a:p>
        </p:txBody>
      </p:sp>
      <p:sp>
        <p:nvSpPr>
          <p:cNvPr id="579" name="Google Shape;579;p26"/>
          <p:cNvSpPr txBox="1"/>
          <p:nvPr>
            <p:ph idx="12" type="sldNum"/>
          </p:nvPr>
        </p:nvSpPr>
        <p:spPr>
          <a:xfrm>
            <a:off x="5404849" y="3120750"/>
            <a:ext cx="3609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27"/>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85" name="Google Shape;585;p27"/>
          <p:cNvGrpSpPr/>
          <p:nvPr/>
        </p:nvGrpSpPr>
        <p:grpSpPr>
          <a:xfrm>
            <a:off x="0" y="3126384"/>
            <a:ext cx="5760185" cy="113664"/>
            <a:chOff x="0" y="3126384"/>
            <a:chExt cx="5760185" cy="113664"/>
          </a:xfrm>
        </p:grpSpPr>
        <p:sp>
          <p:nvSpPr>
            <p:cNvPr id="586" name="Google Shape;586;p27"/>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7" name="Google Shape;587;p27"/>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 name="Google Shape;588;p27"/>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89" name="Google Shape;589;p27"/>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590" name="Google Shape;590;p27"/>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591" name="Google Shape;591;p27"/>
          <p:cNvSpPr txBox="1"/>
          <p:nvPr>
            <p:ph idx="11" type="ftr"/>
          </p:nvPr>
        </p:nvSpPr>
        <p:spPr>
          <a:xfrm>
            <a:off x="4422165" y="3120759"/>
            <a:ext cx="5085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January 2024</a:t>
            </a:r>
            <a:endParaRPr/>
          </a:p>
        </p:txBody>
      </p:sp>
      <p:graphicFrame>
        <p:nvGraphicFramePr>
          <p:cNvPr id="592" name="Google Shape;592;p27"/>
          <p:cNvGraphicFramePr/>
          <p:nvPr/>
        </p:nvGraphicFramePr>
        <p:xfrm>
          <a:off x="176075" y="483763"/>
          <a:ext cx="3000000" cy="3000000"/>
        </p:xfrm>
        <a:graphic>
          <a:graphicData uri="http://schemas.openxmlformats.org/drawingml/2006/table">
            <a:tbl>
              <a:tblPr>
                <a:noFill/>
                <a:tableStyleId>{5B2F5299-56DC-430C-8648-66C8CF088EBC}</a:tableStyleId>
              </a:tblPr>
              <a:tblGrid>
                <a:gridCol w="2119725"/>
                <a:gridCol w="3173825"/>
              </a:tblGrid>
              <a:tr h="319225">
                <a:tc>
                  <a:txBody>
                    <a:bodyPr/>
                    <a:lstStyle/>
                    <a:p>
                      <a:pPr indent="0" lvl="0" marL="0" marR="0" rtl="0" algn="ctr">
                        <a:lnSpc>
                          <a:spcPct val="100000"/>
                        </a:lnSpc>
                        <a:spcBef>
                          <a:spcPts val="0"/>
                        </a:spcBef>
                        <a:spcAft>
                          <a:spcPts val="0"/>
                        </a:spcAft>
                        <a:buClr>
                          <a:srgbClr val="000000"/>
                        </a:buClr>
                        <a:buSzPts val="1300"/>
                        <a:buFont typeface="Arial"/>
                        <a:buNone/>
                      </a:pPr>
                      <a:r>
                        <a:rPr b="1" lang="en-US" sz="1300" u="none" cap="none" strike="noStrike">
                          <a:solidFill>
                            <a:schemeClr val="lt1"/>
                          </a:solidFill>
                        </a:rPr>
                        <a:t>Tham số</a:t>
                      </a:r>
                      <a:endParaRPr b="1" sz="1300" u="none" cap="none" strike="noStrike">
                        <a:solidFill>
                          <a:schemeClr val="lt1"/>
                        </a:solidFill>
                      </a:endParaRPr>
                    </a:p>
                  </a:txBody>
                  <a:tcPr marT="91425" marB="91425" marR="91425" marL="91425">
                    <a:solidFill>
                      <a:schemeClr val="dk2"/>
                    </a:solidFill>
                  </a:tcPr>
                </a:tc>
                <a:tc>
                  <a:txBody>
                    <a:bodyPr/>
                    <a:lstStyle/>
                    <a:p>
                      <a:pPr indent="0" lvl="0" marL="0" marR="0" rtl="0" algn="ctr">
                        <a:lnSpc>
                          <a:spcPct val="100000"/>
                        </a:lnSpc>
                        <a:spcBef>
                          <a:spcPts val="0"/>
                        </a:spcBef>
                        <a:spcAft>
                          <a:spcPts val="0"/>
                        </a:spcAft>
                        <a:buClr>
                          <a:srgbClr val="000000"/>
                        </a:buClr>
                        <a:buSzPts val="1300"/>
                        <a:buFont typeface="Arial"/>
                        <a:buNone/>
                      </a:pPr>
                      <a:r>
                        <a:rPr b="1" lang="en-US" sz="1300" u="none" cap="none" strike="noStrike">
                          <a:solidFill>
                            <a:schemeClr val="lt1"/>
                          </a:solidFill>
                        </a:rPr>
                        <a:t>Ý nghĩa</a:t>
                      </a:r>
                      <a:endParaRPr b="1" sz="1300" u="none" cap="none" strike="noStrike">
                        <a:solidFill>
                          <a:schemeClr val="lt1"/>
                        </a:solidFill>
                      </a:endParaRPr>
                    </a:p>
                  </a:txBody>
                  <a:tcPr marT="91425" marB="91425" marR="91425" marL="91425">
                    <a:solidFill>
                      <a:schemeClr val="dk2"/>
                    </a:solidFill>
                  </a:tcPr>
                </a:tc>
              </a:tr>
              <a:tr h="2452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n_estimators</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Số lượng cây quyết định</a:t>
                      </a:r>
                      <a:endParaRPr sz="1200" u="none" cap="none" strike="noStrike"/>
                    </a:p>
                  </a:txBody>
                  <a:tcPr marT="91425" marB="91425" marR="91425" marL="91425"/>
                </a:tc>
              </a:tr>
              <a:tr h="3503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max_features</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Số lượng đặc trưng chọn ngẫu nhiên tại mỗi node</a:t>
                      </a:r>
                      <a:endParaRPr sz="1200" u="none" cap="none" strike="noStrike"/>
                    </a:p>
                  </a:txBody>
                  <a:tcPr marT="91425" marB="91425" marR="91425" marL="91425"/>
                </a:tc>
              </a:tr>
              <a:tr h="39980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bootstrap</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Có sử dụng Bootstrap Sampling hay không</a:t>
                      </a:r>
                      <a:endParaRPr sz="1200" u="none" cap="none" strike="noStrike"/>
                    </a:p>
                  </a:txBody>
                  <a:tcPr marT="91425" marB="91425" marR="91425" marL="91425"/>
                </a:tc>
              </a:tr>
              <a:tr h="39980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max_samples</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Tỷ lệ dữ liệu mỗi cây sử dụng</a:t>
                      </a:r>
                      <a:endParaRPr sz="1200" u="none" cap="none" strike="noStrike"/>
                    </a:p>
                  </a:txBody>
                  <a:tcPr marT="91425" marB="91425" marR="91425" marL="91425"/>
                </a:tc>
              </a:tr>
              <a:tr h="39980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max_depth</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Chiều sâu tối đa của cây</a:t>
                      </a:r>
                      <a:endParaRPr sz="1200" u="none" cap="none" strike="noStrike"/>
                    </a:p>
                  </a:txBody>
                  <a:tcPr marT="91425" marB="91425" marR="91425" marL="91425"/>
                </a:tc>
              </a:tr>
            </a:tbl>
          </a:graphicData>
        </a:graphic>
      </p:graphicFrame>
      <p:sp>
        <p:nvSpPr>
          <p:cNvPr id="593" name="Google Shape;593;p27"/>
          <p:cNvSpPr txBox="1"/>
          <p:nvPr/>
        </p:nvSpPr>
        <p:spPr>
          <a:xfrm>
            <a:off x="1500650" y="54775"/>
            <a:ext cx="2764500" cy="448200"/>
          </a:xfrm>
          <a:prstGeom prst="rect">
            <a:avLst/>
          </a:prstGeom>
          <a:noFill/>
          <a:ln>
            <a:noFill/>
          </a:ln>
        </p:spPr>
        <p:txBody>
          <a:bodyPr anchorCtr="0" anchor="t" bIns="0" lIns="0" spcFirstLastPara="1" rIns="0" wrap="square" tIns="17125">
            <a:spAutoFit/>
          </a:bodyPr>
          <a:lstStyle/>
          <a:p>
            <a:pPr indent="0" lvl="0" marL="1270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MÔ HÌNH RANDOM FOREST</a:t>
            </a:r>
            <a:endParaRPr b="0" i="0" sz="1400" u="none" cap="none" strike="noStrike">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FFFF"/>
              </a:solidFill>
              <a:latin typeface="Calibri"/>
              <a:ea typeface="Calibri"/>
              <a:cs typeface="Calibri"/>
              <a:sym typeface="Calibri"/>
            </a:endParaRPr>
          </a:p>
        </p:txBody>
      </p:sp>
      <p:sp>
        <p:nvSpPr>
          <p:cNvPr id="594" name="Google Shape;594;p27"/>
          <p:cNvSpPr txBox="1"/>
          <p:nvPr>
            <p:ph idx="12" type="sldNum"/>
          </p:nvPr>
        </p:nvSpPr>
        <p:spPr>
          <a:xfrm>
            <a:off x="5404848" y="3120750"/>
            <a:ext cx="3936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28"/>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600" name="Google Shape;600;p28"/>
          <p:cNvGrpSpPr/>
          <p:nvPr/>
        </p:nvGrpSpPr>
        <p:grpSpPr>
          <a:xfrm>
            <a:off x="0" y="3126384"/>
            <a:ext cx="5760185" cy="113664"/>
            <a:chOff x="0" y="3126384"/>
            <a:chExt cx="5760185" cy="113664"/>
          </a:xfrm>
        </p:grpSpPr>
        <p:sp>
          <p:nvSpPr>
            <p:cNvPr id="601" name="Google Shape;601;p28"/>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2" name="Google Shape;602;p28"/>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3" name="Google Shape;603;p28"/>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04" name="Google Shape;604;p28"/>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605" name="Google Shape;605;p28"/>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606" name="Google Shape;606;p28"/>
          <p:cNvSpPr txBox="1"/>
          <p:nvPr>
            <p:ph idx="11" type="ftr"/>
          </p:nvPr>
        </p:nvSpPr>
        <p:spPr>
          <a:xfrm>
            <a:off x="4422165" y="3120759"/>
            <a:ext cx="5085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January 2024</a:t>
            </a:r>
            <a:endParaRPr/>
          </a:p>
        </p:txBody>
      </p:sp>
      <p:graphicFrame>
        <p:nvGraphicFramePr>
          <p:cNvPr id="607" name="Google Shape;607;p28"/>
          <p:cNvGraphicFramePr/>
          <p:nvPr/>
        </p:nvGraphicFramePr>
        <p:xfrm>
          <a:off x="248450" y="411388"/>
          <a:ext cx="3000000" cy="3000000"/>
        </p:xfrm>
        <a:graphic>
          <a:graphicData uri="http://schemas.openxmlformats.org/drawingml/2006/table">
            <a:tbl>
              <a:tblPr>
                <a:noFill/>
                <a:tableStyleId>{5B2F5299-56DC-430C-8648-66C8CF088EBC}</a:tableStyleId>
              </a:tblPr>
              <a:tblGrid>
                <a:gridCol w="1472975"/>
                <a:gridCol w="3580475"/>
              </a:tblGrid>
              <a:tr h="320075">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solidFill>
                            <a:schemeClr val="lt1"/>
                          </a:solidFill>
                        </a:rPr>
                        <a:t>Chỉ số</a:t>
                      </a:r>
                      <a:endParaRPr b="1" sz="1200" u="none" cap="none" strike="noStrike">
                        <a:solidFill>
                          <a:schemeClr val="lt1"/>
                        </a:solidFill>
                      </a:endParaRPr>
                    </a:p>
                  </a:txBody>
                  <a:tcPr marT="91425" marB="91425" marR="91425" marL="91425">
                    <a:solidFill>
                      <a:schemeClr val="dk2"/>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solidFill>
                            <a:schemeClr val="lt1"/>
                          </a:solidFill>
                        </a:rPr>
                        <a:t>Ý nghĩa</a:t>
                      </a:r>
                      <a:endParaRPr b="1" sz="1200" u="none" cap="none" strike="noStrike">
                        <a:solidFill>
                          <a:schemeClr val="lt1"/>
                        </a:solidFill>
                      </a:endParaRPr>
                    </a:p>
                  </a:txBody>
                  <a:tcPr marT="91425" marB="91425" marR="91425" marL="91425">
                    <a:solidFill>
                      <a:schemeClr val="dk2"/>
                    </a:solidFill>
                  </a:tcPr>
                </a:tc>
              </a:tr>
              <a:tr h="32007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Precision</a:t>
                      </a:r>
                      <a:endParaRPr sz="10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đo lường tỷ lệ dự đoán đúng dương tính (TP) của mô hình</a:t>
                      </a:r>
                      <a:endParaRPr sz="1000" u="none" cap="none" strike="noStrike"/>
                    </a:p>
                  </a:txBody>
                  <a:tcPr marT="91425" marB="91425" marR="91425" marL="91425"/>
                </a:tc>
              </a:tr>
              <a:tr h="46557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Recall (Độ nhạy)</a:t>
                      </a:r>
                      <a:endParaRPr sz="10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Recall đo lường trong số các mẫu thực sự dương tính, mô hình tìm được bao nhiêu.</a:t>
                      </a:r>
                      <a:endParaRPr sz="1000" u="none" cap="none" strike="noStrike"/>
                    </a:p>
                  </a:txBody>
                  <a:tcPr marT="91425" marB="91425" marR="91425" marL="91425"/>
                </a:tc>
              </a:tr>
              <a:tr h="46557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F1-score</a:t>
                      </a:r>
                      <a:endParaRPr sz="10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Trung bình điều hòa của Precision và Recall, giúp cân bằng giữa chúng.</a:t>
                      </a:r>
                      <a:endParaRPr sz="1000" u="none" cap="none" strike="noStrike"/>
                    </a:p>
                  </a:txBody>
                  <a:tcPr marT="91425" marB="91425" marR="91425" marL="91425"/>
                </a:tc>
              </a:tr>
              <a:tr h="46557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Macro Avg (Trung bình cộng)</a:t>
                      </a:r>
                      <a:endParaRPr sz="10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Tính trung bình đơn giản của Precision, Recall, F1-score trên tất cả các lớp.</a:t>
                      </a:r>
                      <a:endParaRPr sz="1000" u="none" cap="none" strike="noStrike"/>
                    </a:p>
                  </a:txBody>
                  <a:tcPr marT="91425" marB="91425" marR="91425" marL="91425"/>
                </a:tc>
              </a:tr>
              <a:tr h="49467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Weighted Avg (Trung bình có trọng số)</a:t>
                      </a:r>
                      <a:endParaRPr sz="10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chemeClr val="dk1"/>
                          </a:solidFill>
                        </a:rPr>
                        <a:t>Trung bình Precision, Recall, và F1-score nhưng có tính đến số lượng mẫu của mỗi lớp.</a:t>
                      </a:r>
                      <a:endParaRPr sz="1000" u="none" cap="none" strike="noStrike"/>
                    </a:p>
                  </a:txBody>
                  <a:tcPr marT="91425" marB="91425" marR="91425" marL="91425"/>
                </a:tc>
              </a:tr>
            </a:tbl>
          </a:graphicData>
        </a:graphic>
      </p:graphicFrame>
      <p:sp>
        <p:nvSpPr>
          <p:cNvPr id="608" name="Google Shape;608;p28"/>
          <p:cNvSpPr txBox="1"/>
          <p:nvPr/>
        </p:nvSpPr>
        <p:spPr>
          <a:xfrm>
            <a:off x="1500650" y="54775"/>
            <a:ext cx="2764500" cy="448200"/>
          </a:xfrm>
          <a:prstGeom prst="rect">
            <a:avLst/>
          </a:prstGeom>
          <a:noFill/>
          <a:ln>
            <a:noFill/>
          </a:ln>
        </p:spPr>
        <p:txBody>
          <a:bodyPr anchorCtr="0" anchor="t" bIns="0" lIns="0" spcFirstLastPara="1" rIns="0" wrap="square" tIns="17125">
            <a:spAutoFit/>
          </a:bodyPr>
          <a:lstStyle/>
          <a:p>
            <a:pPr indent="0" lvl="0" marL="1270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MÔ HÌNH RANDOM FOREST</a:t>
            </a:r>
            <a:endParaRPr b="0" i="0" sz="1400" u="none" cap="none" strike="noStrike">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FFFF"/>
              </a:solidFill>
              <a:latin typeface="Calibri"/>
              <a:ea typeface="Calibri"/>
              <a:cs typeface="Calibri"/>
              <a:sym typeface="Calibri"/>
            </a:endParaRPr>
          </a:p>
        </p:txBody>
      </p:sp>
      <p:sp>
        <p:nvSpPr>
          <p:cNvPr id="609" name="Google Shape;609;p28"/>
          <p:cNvSpPr txBox="1"/>
          <p:nvPr>
            <p:ph idx="12" type="sldNum"/>
          </p:nvPr>
        </p:nvSpPr>
        <p:spPr>
          <a:xfrm>
            <a:off x="5404849" y="3120750"/>
            <a:ext cx="3804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29"/>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615" name="Google Shape;615;p29"/>
          <p:cNvGrpSpPr/>
          <p:nvPr/>
        </p:nvGrpSpPr>
        <p:grpSpPr>
          <a:xfrm>
            <a:off x="0" y="3126384"/>
            <a:ext cx="5760185" cy="113664"/>
            <a:chOff x="0" y="3126384"/>
            <a:chExt cx="5760185" cy="113664"/>
          </a:xfrm>
        </p:grpSpPr>
        <p:sp>
          <p:nvSpPr>
            <p:cNvPr id="616" name="Google Shape;616;p29"/>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7" name="Google Shape;617;p29"/>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8" name="Google Shape;618;p29"/>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19" name="Google Shape;619;p29"/>
          <p:cNvSpPr txBox="1"/>
          <p:nvPr>
            <p:ph idx="10" type="dt"/>
          </p:nvPr>
        </p:nvSpPr>
        <p:spPr>
          <a:xfrm>
            <a:off x="466267" y="3120759"/>
            <a:ext cx="995044" cy="123189"/>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620" name="Google Shape;620;p29"/>
          <p:cNvSpPr txBox="1"/>
          <p:nvPr/>
        </p:nvSpPr>
        <p:spPr>
          <a:xfrm>
            <a:off x="2669908" y="3120759"/>
            <a:ext cx="420370" cy="123189"/>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621" name="Google Shape;621;p29"/>
          <p:cNvSpPr txBox="1"/>
          <p:nvPr>
            <p:ph idx="11" type="ftr"/>
          </p:nvPr>
        </p:nvSpPr>
        <p:spPr>
          <a:xfrm>
            <a:off x="4422165" y="3120759"/>
            <a:ext cx="508635" cy="123189"/>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January 2024</a:t>
            </a:r>
            <a:endParaRPr/>
          </a:p>
        </p:txBody>
      </p:sp>
      <p:sp>
        <p:nvSpPr>
          <p:cNvPr id="622" name="Google Shape;622;p29"/>
          <p:cNvSpPr txBox="1"/>
          <p:nvPr/>
        </p:nvSpPr>
        <p:spPr>
          <a:xfrm>
            <a:off x="1500650" y="54775"/>
            <a:ext cx="2764500" cy="232800"/>
          </a:xfrm>
          <a:prstGeom prst="rect">
            <a:avLst/>
          </a:prstGeom>
          <a:noFill/>
          <a:ln>
            <a:noFill/>
          </a:ln>
        </p:spPr>
        <p:txBody>
          <a:bodyPr anchorCtr="0" anchor="t" bIns="0" lIns="0" spcFirstLastPara="1" rIns="0" wrap="square" tIns="17125">
            <a:spAutoFit/>
          </a:bodyPr>
          <a:lstStyle/>
          <a:p>
            <a:pPr indent="0" lvl="0" marL="1270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KẾT QUẢ MÔ HÌNH</a:t>
            </a:r>
            <a:endParaRPr b="1" i="0" sz="1400" u="none" cap="none" strike="noStrike">
              <a:solidFill>
                <a:srgbClr val="FFFFFF"/>
              </a:solidFill>
              <a:latin typeface="Calibri"/>
              <a:ea typeface="Calibri"/>
              <a:cs typeface="Calibri"/>
              <a:sym typeface="Calibri"/>
            </a:endParaRPr>
          </a:p>
        </p:txBody>
      </p:sp>
      <p:sp>
        <p:nvSpPr>
          <p:cNvPr id="623" name="Google Shape;623;p29"/>
          <p:cNvSpPr txBox="1"/>
          <p:nvPr>
            <p:ph idx="4294967295" type="body"/>
          </p:nvPr>
        </p:nvSpPr>
        <p:spPr>
          <a:xfrm>
            <a:off x="0" y="532675"/>
            <a:ext cx="3993900" cy="369300"/>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SzPts val="1400"/>
              <a:buNone/>
            </a:pPr>
            <a:r>
              <a:rPr b="1" lang="en-US" sz="1200">
                <a:solidFill>
                  <a:schemeClr val="dk1"/>
                </a:solidFill>
                <a:highlight>
                  <a:srgbClr val="FFFFFF"/>
                </a:highlight>
                <a:latin typeface="Arial"/>
                <a:ea typeface="Arial"/>
                <a:cs typeface="Arial"/>
                <a:sym typeface="Arial"/>
              </a:rPr>
              <a:t>Ngưỡng tối ưu </a:t>
            </a:r>
            <a:r>
              <a:rPr b="1" lang="en-US" sz="1200">
                <a:solidFill>
                  <a:schemeClr val="dk1"/>
                </a:solidFill>
                <a:highlight>
                  <a:srgbClr val="FFFFFF"/>
                </a:highlight>
                <a:latin typeface="Arial"/>
                <a:ea typeface="Arial"/>
                <a:cs typeface="Arial"/>
                <a:sym typeface="Arial"/>
              </a:rPr>
              <a:t>optimal threshold </a:t>
            </a:r>
            <a:r>
              <a:rPr b="1" lang="en-US" sz="1200">
                <a:solidFill>
                  <a:schemeClr val="dk1"/>
                </a:solidFill>
                <a:highlight>
                  <a:srgbClr val="FFFFFF"/>
                </a:highlight>
                <a:latin typeface="Arial"/>
                <a:ea typeface="Arial"/>
                <a:cs typeface="Arial"/>
                <a:sym typeface="Arial"/>
              </a:rPr>
              <a:t>cho mô hình</a:t>
            </a:r>
            <a:endParaRPr b="1" sz="1400">
              <a:solidFill>
                <a:schemeClr val="dk1"/>
              </a:solidFill>
            </a:endParaRPr>
          </a:p>
          <a:p>
            <a:pPr indent="0" lvl="0" marL="457200" rtl="0" algn="just">
              <a:lnSpc>
                <a:spcPct val="100000"/>
              </a:lnSpc>
              <a:spcBef>
                <a:spcPts val="0"/>
              </a:spcBef>
              <a:spcAft>
                <a:spcPts val="300"/>
              </a:spcAft>
              <a:buSzPts val="1400"/>
              <a:buNone/>
            </a:pPr>
            <a:r>
              <a:t/>
            </a:r>
            <a:endParaRPr sz="1200">
              <a:solidFill>
                <a:schemeClr val="dk1"/>
              </a:solidFill>
              <a:highlight>
                <a:srgbClr val="FFFFFF"/>
              </a:highlight>
              <a:latin typeface="Arial"/>
              <a:ea typeface="Arial"/>
              <a:cs typeface="Arial"/>
              <a:sym typeface="Arial"/>
            </a:endParaRPr>
          </a:p>
        </p:txBody>
      </p:sp>
      <p:pic>
        <p:nvPicPr>
          <p:cNvPr id="624" name="Google Shape;624;p29"/>
          <p:cNvPicPr preferRelativeResize="0"/>
          <p:nvPr/>
        </p:nvPicPr>
        <p:blipFill rotWithShape="1">
          <a:blip r:embed="rId4">
            <a:alphaModFix/>
          </a:blip>
          <a:srcRect b="0" l="0" r="0" t="0"/>
          <a:stretch/>
        </p:blipFill>
        <p:spPr>
          <a:xfrm>
            <a:off x="1422138" y="802352"/>
            <a:ext cx="2921526" cy="2174732"/>
          </a:xfrm>
          <a:prstGeom prst="rect">
            <a:avLst/>
          </a:prstGeom>
          <a:noFill/>
          <a:ln>
            <a:noFill/>
          </a:ln>
        </p:spPr>
      </p:pic>
      <p:sp>
        <p:nvSpPr>
          <p:cNvPr id="625" name="Google Shape;625;p29"/>
          <p:cNvSpPr txBox="1"/>
          <p:nvPr>
            <p:ph idx="12" type="sldNum"/>
          </p:nvPr>
        </p:nvSpPr>
        <p:spPr>
          <a:xfrm>
            <a:off x="5404848" y="3120750"/>
            <a:ext cx="4203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30"/>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631" name="Google Shape;631;p30"/>
          <p:cNvGrpSpPr/>
          <p:nvPr/>
        </p:nvGrpSpPr>
        <p:grpSpPr>
          <a:xfrm>
            <a:off x="0" y="3126384"/>
            <a:ext cx="5760185" cy="113664"/>
            <a:chOff x="0" y="3126384"/>
            <a:chExt cx="5760185" cy="113664"/>
          </a:xfrm>
        </p:grpSpPr>
        <p:sp>
          <p:nvSpPr>
            <p:cNvPr id="632" name="Google Shape;632;p30"/>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3" name="Google Shape;633;p30"/>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4" name="Google Shape;634;p30"/>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35" name="Google Shape;635;p30"/>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636" name="Google Shape;636;p30"/>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637" name="Google Shape;637;p30"/>
          <p:cNvSpPr txBox="1"/>
          <p:nvPr>
            <p:ph idx="11" type="ftr"/>
          </p:nvPr>
        </p:nvSpPr>
        <p:spPr>
          <a:xfrm>
            <a:off x="4422165" y="3120759"/>
            <a:ext cx="5085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January 2024</a:t>
            </a:r>
            <a:endParaRPr/>
          </a:p>
        </p:txBody>
      </p:sp>
      <p:sp>
        <p:nvSpPr>
          <p:cNvPr id="638" name="Google Shape;638;p30"/>
          <p:cNvSpPr txBox="1"/>
          <p:nvPr/>
        </p:nvSpPr>
        <p:spPr>
          <a:xfrm>
            <a:off x="1500650" y="54775"/>
            <a:ext cx="2764500" cy="232800"/>
          </a:xfrm>
          <a:prstGeom prst="rect">
            <a:avLst/>
          </a:prstGeom>
          <a:noFill/>
          <a:ln>
            <a:noFill/>
          </a:ln>
        </p:spPr>
        <p:txBody>
          <a:bodyPr anchorCtr="0" anchor="t" bIns="0" lIns="0" spcFirstLastPara="1" rIns="0" wrap="square" tIns="17125">
            <a:spAutoFit/>
          </a:bodyPr>
          <a:lstStyle/>
          <a:p>
            <a:pPr indent="0" lvl="0" marL="1270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KẾT QUẢ MÔ HÌNH</a:t>
            </a:r>
            <a:endParaRPr b="1" i="0" sz="1400" u="none" cap="none" strike="noStrike">
              <a:solidFill>
                <a:srgbClr val="FFFFFF"/>
              </a:solidFill>
              <a:latin typeface="Calibri"/>
              <a:ea typeface="Calibri"/>
              <a:cs typeface="Calibri"/>
              <a:sym typeface="Calibri"/>
            </a:endParaRPr>
          </a:p>
        </p:txBody>
      </p:sp>
      <p:sp>
        <p:nvSpPr>
          <p:cNvPr id="639" name="Google Shape;639;p30"/>
          <p:cNvSpPr txBox="1"/>
          <p:nvPr>
            <p:ph idx="4294967295" type="body"/>
          </p:nvPr>
        </p:nvSpPr>
        <p:spPr>
          <a:xfrm>
            <a:off x="0" y="532675"/>
            <a:ext cx="3011700" cy="369300"/>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SzPts val="1400"/>
              <a:buNone/>
            </a:pPr>
            <a:r>
              <a:rPr b="1" lang="en-US" sz="1200">
                <a:solidFill>
                  <a:schemeClr val="dk1"/>
                </a:solidFill>
                <a:highlight>
                  <a:srgbClr val="FFFFFF"/>
                </a:highlight>
                <a:latin typeface="Arial"/>
                <a:ea typeface="Arial"/>
                <a:cs typeface="Arial"/>
                <a:sym typeface="Arial"/>
              </a:rPr>
              <a:t>Confusion Matrix</a:t>
            </a:r>
            <a:endParaRPr b="1" sz="1400">
              <a:solidFill>
                <a:schemeClr val="dk1"/>
              </a:solidFill>
            </a:endParaRPr>
          </a:p>
          <a:p>
            <a:pPr indent="0" lvl="0" marL="457200" rtl="0" algn="just">
              <a:lnSpc>
                <a:spcPct val="100000"/>
              </a:lnSpc>
              <a:spcBef>
                <a:spcPts val="0"/>
              </a:spcBef>
              <a:spcAft>
                <a:spcPts val="300"/>
              </a:spcAft>
              <a:buSzPts val="1400"/>
              <a:buNone/>
            </a:pPr>
            <a:r>
              <a:t/>
            </a:r>
            <a:endParaRPr sz="1200">
              <a:solidFill>
                <a:schemeClr val="dk1"/>
              </a:solidFill>
              <a:highlight>
                <a:srgbClr val="FFFFFF"/>
              </a:highlight>
              <a:latin typeface="Arial"/>
              <a:ea typeface="Arial"/>
              <a:cs typeface="Arial"/>
              <a:sym typeface="Arial"/>
            </a:endParaRPr>
          </a:p>
        </p:txBody>
      </p:sp>
      <p:pic>
        <p:nvPicPr>
          <p:cNvPr id="640" name="Google Shape;640;p30"/>
          <p:cNvPicPr preferRelativeResize="0"/>
          <p:nvPr/>
        </p:nvPicPr>
        <p:blipFill rotWithShape="1">
          <a:blip r:embed="rId4">
            <a:alphaModFix/>
          </a:blip>
          <a:srcRect b="0" l="0" r="0" t="0"/>
          <a:stretch/>
        </p:blipFill>
        <p:spPr>
          <a:xfrm>
            <a:off x="787975" y="819175"/>
            <a:ext cx="4142695" cy="1913984"/>
          </a:xfrm>
          <a:prstGeom prst="rect">
            <a:avLst/>
          </a:prstGeom>
          <a:noFill/>
          <a:ln>
            <a:noFill/>
          </a:ln>
        </p:spPr>
      </p:pic>
      <p:sp>
        <p:nvSpPr>
          <p:cNvPr id="641" name="Google Shape;641;p30"/>
          <p:cNvSpPr txBox="1"/>
          <p:nvPr>
            <p:ph idx="12" type="sldNum"/>
          </p:nvPr>
        </p:nvSpPr>
        <p:spPr>
          <a:xfrm>
            <a:off x="5404848" y="3120750"/>
            <a:ext cx="4203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31"/>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647" name="Google Shape;647;p31"/>
          <p:cNvGrpSpPr/>
          <p:nvPr/>
        </p:nvGrpSpPr>
        <p:grpSpPr>
          <a:xfrm>
            <a:off x="0" y="3126384"/>
            <a:ext cx="5760185" cy="113664"/>
            <a:chOff x="0" y="3126384"/>
            <a:chExt cx="5760185" cy="113664"/>
          </a:xfrm>
        </p:grpSpPr>
        <p:sp>
          <p:nvSpPr>
            <p:cNvPr id="648" name="Google Shape;648;p31"/>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9" name="Google Shape;649;p31"/>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0" name="Google Shape;650;p31"/>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51" name="Google Shape;651;p31"/>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652" name="Google Shape;652;p31"/>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653" name="Google Shape;653;p31"/>
          <p:cNvSpPr txBox="1"/>
          <p:nvPr>
            <p:ph idx="11" type="ftr"/>
          </p:nvPr>
        </p:nvSpPr>
        <p:spPr>
          <a:xfrm>
            <a:off x="4422165" y="3120759"/>
            <a:ext cx="5085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January 2024</a:t>
            </a:r>
            <a:endParaRPr/>
          </a:p>
        </p:txBody>
      </p:sp>
      <p:sp>
        <p:nvSpPr>
          <p:cNvPr id="654" name="Google Shape;654;p31"/>
          <p:cNvSpPr txBox="1"/>
          <p:nvPr/>
        </p:nvSpPr>
        <p:spPr>
          <a:xfrm>
            <a:off x="1500650" y="54775"/>
            <a:ext cx="2764500" cy="232800"/>
          </a:xfrm>
          <a:prstGeom prst="rect">
            <a:avLst/>
          </a:prstGeom>
          <a:noFill/>
          <a:ln>
            <a:noFill/>
          </a:ln>
        </p:spPr>
        <p:txBody>
          <a:bodyPr anchorCtr="0" anchor="t" bIns="0" lIns="0" spcFirstLastPara="1" rIns="0" wrap="square" tIns="17125">
            <a:spAutoFit/>
          </a:bodyPr>
          <a:lstStyle/>
          <a:p>
            <a:pPr indent="0" lvl="0" marL="1270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KẾT QUẢ MÔ HÌNH</a:t>
            </a:r>
            <a:endParaRPr b="1" i="0" sz="1400" u="none" cap="none" strike="noStrike">
              <a:solidFill>
                <a:srgbClr val="FFFFFF"/>
              </a:solidFill>
              <a:latin typeface="Calibri"/>
              <a:ea typeface="Calibri"/>
              <a:cs typeface="Calibri"/>
              <a:sym typeface="Calibri"/>
            </a:endParaRPr>
          </a:p>
        </p:txBody>
      </p:sp>
      <p:sp>
        <p:nvSpPr>
          <p:cNvPr id="655" name="Google Shape;655;p31"/>
          <p:cNvSpPr txBox="1"/>
          <p:nvPr>
            <p:ph idx="4294967295" type="body"/>
          </p:nvPr>
        </p:nvSpPr>
        <p:spPr>
          <a:xfrm>
            <a:off x="0" y="532675"/>
            <a:ext cx="3011700" cy="184800"/>
          </a:xfrm>
          <a:prstGeom prst="rect">
            <a:avLst/>
          </a:prstGeom>
          <a:noFill/>
          <a:ln>
            <a:noFill/>
          </a:ln>
        </p:spPr>
        <p:txBody>
          <a:bodyPr anchorCtr="0" anchor="t" bIns="0" lIns="0" spcFirstLastPara="1" rIns="0" wrap="square" tIns="0">
            <a:spAutoFit/>
          </a:bodyPr>
          <a:lstStyle/>
          <a:p>
            <a:pPr indent="0" lvl="0" marL="0" rtl="0" algn="just">
              <a:lnSpc>
                <a:spcPct val="100000"/>
              </a:lnSpc>
              <a:spcBef>
                <a:spcPts val="0"/>
              </a:spcBef>
              <a:spcAft>
                <a:spcPts val="300"/>
              </a:spcAft>
              <a:buSzPts val="1400"/>
              <a:buNone/>
            </a:pPr>
            <a:r>
              <a:rPr b="1" lang="en-US" sz="1200">
                <a:solidFill>
                  <a:schemeClr val="dk1"/>
                </a:solidFill>
                <a:highlight>
                  <a:srgbClr val="FFFFFF"/>
                </a:highlight>
                <a:latin typeface="Arial"/>
                <a:ea typeface="Arial"/>
                <a:cs typeface="Arial"/>
                <a:sym typeface="Arial"/>
              </a:rPr>
              <a:t>Kết quả đánh giá mô hình phân loại</a:t>
            </a:r>
            <a:endParaRPr sz="1200">
              <a:solidFill>
                <a:schemeClr val="dk1"/>
              </a:solidFill>
              <a:highlight>
                <a:srgbClr val="FFFFFF"/>
              </a:highlight>
              <a:latin typeface="Arial"/>
              <a:ea typeface="Arial"/>
              <a:cs typeface="Arial"/>
              <a:sym typeface="Arial"/>
            </a:endParaRPr>
          </a:p>
        </p:txBody>
      </p:sp>
      <p:pic>
        <p:nvPicPr>
          <p:cNvPr id="656" name="Google Shape;656;p31"/>
          <p:cNvPicPr preferRelativeResize="0"/>
          <p:nvPr/>
        </p:nvPicPr>
        <p:blipFill rotWithShape="1">
          <a:blip r:embed="rId4">
            <a:alphaModFix/>
          </a:blip>
          <a:srcRect b="0" l="0" r="0" t="0"/>
          <a:stretch/>
        </p:blipFill>
        <p:spPr>
          <a:xfrm>
            <a:off x="1500650" y="781268"/>
            <a:ext cx="2449300" cy="2275690"/>
          </a:xfrm>
          <a:prstGeom prst="rect">
            <a:avLst/>
          </a:prstGeom>
          <a:noFill/>
          <a:ln>
            <a:noFill/>
          </a:ln>
        </p:spPr>
      </p:pic>
      <p:sp>
        <p:nvSpPr>
          <p:cNvPr id="657" name="Google Shape;657;p31"/>
          <p:cNvSpPr txBox="1"/>
          <p:nvPr>
            <p:ph idx="12" type="sldNum"/>
          </p:nvPr>
        </p:nvSpPr>
        <p:spPr>
          <a:xfrm>
            <a:off x="5404848" y="3120750"/>
            <a:ext cx="4203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32"/>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663" name="Google Shape;663;p32"/>
          <p:cNvGrpSpPr/>
          <p:nvPr/>
        </p:nvGrpSpPr>
        <p:grpSpPr>
          <a:xfrm>
            <a:off x="0" y="3126384"/>
            <a:ext cx="5760185" cy="113664"/>
            <a:chOff x="0" y="3126384"/>
            <a:chExt cx="5760185" cy="113664"/>
          </a:xfrm>
        </p:grpSpPr>
        <p:sp>
          <p:nvSpPr>
            <p:cNvPr id="664" name="Google Shape;664;p32"/>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5" name="Google Shape;665;p32"/>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6" name="Google Shape;666;p32"/>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67" name="Google Shape;667;p32"/>
          <p:cNvSpPr txBox="1"/>
          <p:nvPr>
            <p:ph idx="10" type="dt"/>
          </p:nvPr>
        </p:nvSpPr>
        <p:spPr>
          <a:xfrm>
            <a:off x="466267" y="3120759"/>
            <a:ext cx="9951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668" name="Google Shape;668;p32"/>
          <p:cNvSpPr txBox="1"/>
          <p:nvPr/>
        </p:nvSpPr>
        <p:spPr>
          <a:xfrm>
            <a:off x="2669908" y="3120759"/>
            <a:ext cx="420300" cy="99900"/>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669" name="Google Shape;669;p32"/>
          <p:cNvSpPr txBox="1"/>
          <p:nvPr>
            <p:ph idx="11" type="ftr"/>
          </p:nvPr>
        </p:nvSpPr>
        <p:spPr>
          <a:xfrm>
            <a:off x="4422165" y="3120759"/>
            <a:ext cx="508500" cy="99900"/>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January 2024</a:t>
            </a:r>
            <a:endParaRPr/>
          </a:p>
        </p:txBody>
      </p:sp>
      <p:sp>
        <p:nvSpPr>
          <p:cNvPr id="670" name="Google Shape;670;p32"/>
          <p:cNvSpPr txBox="1"/>
          <p:nvPr/>
        </p:nvSpPr>
        <p:spPr>
          <a:xfrm>
            <a:off x="798650" y="57588"/>
            <a:ext cx="4168500" cy="232800"/>
          </a:xfrm>
          <a:prstGeom prst="rect">
            <a:avLst/>
          </a:prstGeom>
          <a:noFill/>
          <a:ln>
            <a:noFill/>
          </a:ln>
        </p:spPr>
        <p:txBody>
          <a:bodyPr anchorCtr="0" anchor="t" bIns="0" lIns="0" spcFirstLastPara="1" rIns="0" wrap="square" tIns="17125">
            <a:spAutoFit/>
          </a:bodyPr>
          <a:lstStyle/>
          <a:p>
            <a:pPr indent="0" lvl="0" marL="1270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PHÂN LOẠI KHÁCH HÀNG VÀ ĐỀ XUẤT CHIẾN LƯỢC</a:t>
            </a:r>
            <a:endParaRPr b="1" i="0" sz="1400" u="none" cap="none" strike="noStrike">
              <a:solidFill>
                <a:srgbClr val="FFFFFF"/>
              </a:solidFill>
              <a:latin typeface="Calibri"/>
              <a:ea typeface="Calibri"/>
              <a:cs typeface="Calibri"/>
              <a:sym typeface="Calibri"/>
            </a:endParaRPr>
          </a:p>
        </p:txBody>
      </p:sp>
      <p:sp>
        <p:nvSpPr>
          <p:cNvPr id="671" name="Google Shape;671;p32"/>
          <p:cNvSpPr txBox="1"/>
          <p:nvPr>
            <p:ph idx="4294967295" type="body"/>
          </p:nvPr>
        </p:nvSpPr>
        <p:spPr>
          <a:xfrm>
            <a:off x="0" y="532675"/>
            <a:ext cx="3011700" cy="184800"/>
          </a:xfrm>
          <a:prstGeom prst="rect">
            <a:avLst/>
          </a:prstGeom>
          <a:noFill/>
          <a:ln>
            <a:noFill/>
          </a:ln>
        </p:spPr>
        <p:txBody>
          <a:bodyPr anchorCtr="0" anchor="t" bIns="0" lIns="0" spcFirstLastPara="1" rIns="0" wrap="square" tIns="0">
            <a:spAutoFit/>
          </a:bodyPr>
          <a:lstStyle/>
          <a:p>
            <a:pPr indent="0" lvl="0" marL="0" rtl="0" algn="just">
              <a:lnSpc>
                <a:spcPct val="100000"/>
              </a:lnSpc>
              <a:spcBef>
                <a:spcPts val="0"/>
              </a:spcBef>
              <a:spcAft>
                <a:spcPts val="300"/>
              </a:spcAft>
              <a:buSzPts val="1400"/>
              <a:buNone/>
            </a:pPr>
            <a:r>
              <a:rPr b="1" lang="en-US" sz="1200">
                <a:solidFill>
                  <a:schemeClr val="dk1"/>
                </a:solidFill>
                <a:highlight>
                  <a:srgbClr val="FFFFFF"/>
                </a:highlight>
                <a:latin typeface="Arial"/>
                <a:ea typeface="Arial"/>
                <a:cs typeface="Arial"/>
                <a:sym typeface="Arial"/>
              </a:rPr>
              <a:t>Đánh giá các đặc trưng trong dữ liệu</a:t>
            </a:r>
            <a:endParaRPr sz="1200">
              <a:solidFill>
                <a:schemeClr val="dk1"/>
              </a:solidFill>
              <a:highlight>
                <a:srgbClr val="FFFFFF"/>
              </a:highlight>
              <a:latin typeface="Arial"/>
              <a:ea typeface="Arial"/>
              <a:cs typeface="Arial"/>
              <a:sym typeface="Arial"/>
            </a:endParaRPr>
          </a:p>
        </p:txBody>
      </p:sp>
      <p:pic>
        <p:nvPicPr>
          <p:cNvPr id="672" name="Google Shape;672;p32"/>
          <p:cNvPicPr preferRelativeResize="0"/>
          <p:nvPr/>
        </p:nvPicPr>
        <p:blipFill rotWithShape="1">
          <a:blip r:embed="rId4">
            <a:alphaModFix/>
          </a:blip>
          <a:srcRect b="6410" l="0" r="0" t="0"/>
          <a:stretch/>
        </p:blipFill>
        <p:spPr>
          <a:xfrm>
            <a:off x="104400" y="828738"/>
            <a:ext cx="4937224" cy="2108950"/>
          </a:xfrm>
          <a:prstGeom prst="rect">
            <a:avLst/>
          </a:prstGeom>
          <a:noFill/>
          <a:ln>
            <a:noFill/>
          </a:ln>
        </p:spPr>
      </p:pic>
      <p:pic>
        <p:nvPicPr>
          <p:cNvPr id="673" name="Google Shape;673;p32"/>
          <p:cNvPicPr preferRelativeResize="0"/>
          <p:nvPr/>
        </p:nvPicPr>
        <p:blipFill rotWithShape="1">
          <a:blip r:embed="rId5">
            <a:alphaModFix/>
          </a:blip>
          <a:srcRect b="0" l="0" r="0" t="0"/>
          <a:stretch/>
        </p:blipFill>
        <p:spPr>
          <a:xfrm>
            <a:off x="2578675" y="1487300"/>
            <a:ext cx="2079175" cy="1154025"/>
          </a:xfrm>
          <a:prstGeom prst="rect">
            <a:avLst/>
          </a:prstGeom>
          <a:noFill/>
          <a:ln>
            <a:noFill/>
          </a:ln>
        </p:spPr>
      </p:pic>
      <p:sp>
        <p:nvSpPr>
          <p:cNvPr id="674" name="Google Shape;674;p32"/>
          <p:cNvSpPr txBox="1"/>
          <p:nvPr>
            <p:ph idx="12" type="sldNum"/>
          </p:nvPr>
        </p:nvSpPr>
        <p:spPr>
          <a:xfrm>
            <a:off x="5404847" y="3120750"/>
            <a:ext cx="4701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33"/>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680" name="Google Shape;680;p33"/>
          <p:cNvGrpSpPr/>
          <p:nvPr/>
        </p:nvGrpSpPr>
        <p:grpSpPr>
          <a:xfrm>
            <a:off x="0" y="3126384"/>
            <a:ext cx="5760185" cy="113664"/>
            <a:chOff x="0" y="3126384"/>
            <a:chExt cx="5760185" cy="113664"/>
          </a:xfrm>
        </p:grpSpPr>
        <p:sp>
          <p:nvSpPr>
            <p:cNvPr id="681" name="Google Shape;681;p33"/>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2" name="Google Shape;682;p33"/>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3" name="Google Shape;683;p33"/>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84" name="Google Shape;684;p33"/>
          <p:cNvSpPr txBox="1"/>
          <p:nvPr>
            <p:ph idx="10" type="dt"/>
          </p:nvPr>
        </p:nvSpPr>
        <p:spPr>
          <a:xfrm>
            <a:off x="466267" y="3120759"/>
            <a:ext cx="995044" cy="123189"/>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685" name="Google Shape;685;p33"/>
          <p:cNvSpPr txBox="1"/>
          <p:nvPr/>
        </p:nvSpPr>
        <p:spPr>
          <a:xfrm>
            <a:off x="2669908" y="3120759"/>
            <a:ext cx="420370" cy="123189"/>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686" name="Google Shape;686;p33"/>
          <p:cNvSpPr txBox="1"/>
          <p:nvPr>
            <p:ph idx="11" type="ftr"/>
          </p:nvPr>
        </p:nvSpPr>
        <p:spPr>
          <a:xfrm>
            <a:off x="4422165" y="3120759"/>
            <a:ext cx="508635" cy="123189"/>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January 2024</a:t>
            </a:r>
            <a:endParaRPr/>
          </a:p>
        </p:txBody>
      </p:sp>
      <p:pic>
        <p:nvPicPr>
          <p:cNvPr id="687" name="Google Shape;687;p33"/>
          <p:cNvPicPr preferRelativeResize="0"/>
          <p:nvPr/>
        </p:nvPicPr>
        <p:blipFill rotWithShape="1">
          <a:blip r:embed="rId4">
            <a:alphaModFix/>
          </a:blip>
          <a:srcRect b="0" l="0" r="0" t="0"/>
          <a:stretch/>
        </p:blipFill>
        <p:spPr>
          <a:xfrm>
            <a:off x="1815050" y="368201"/>
            <a:ext cx="3115746" cy="2732301"/>
          </a:xfrm>
          <a:prstGeom prst="rect">
            <a:avLst/>
          </a:prstGeom>
          <a:noFill/>
          <a:ln>
            <a:noFill/>
          </a:ln>
        </p:spPr>
      </p:pic>
      <p:sp>
        <p:nvSpPr>
          <p:cNvPr id="688" name="Google Shape;688;p33"/>
          <p:cNvSpPr txBox="1"/>
          <p:nvPr>
            <p:ph idx="4294967295" type="body"/>
          </p:nvPr>
        </p:nvSpPr>
        <p:spPr>
          <a:xfrm>
            <a:off x="0" y="532675"/>
            <a:ext cx="1782600" cy="369300"/>
          </a:xfrm>
          <a:prstGeom prst="rect">
            <a:avLst/>
          </a:prstGeom>
          <a:noFill/>
          <a:ln>
            <a:noFill/>
          </a:ln>
        </p:spPr>
        <p:txBody>
          <a:bodyPr anchorCtr="0" anchor="t" bIns="0" lIns="0" spcFirstLastPara="1" rIns="0" wrap="square" tIns="0">
            <a:spAutoFit/>
          </a:bodyPr>
          <a:lstStyle/>
          <a:p>
            <a:pPr indent="0" lvl="0" marL="0" rtl="0" algn="just">
              <a:lnSpc>
                <a:spcPct val="100000"/>
              </a:lnSpc>
              <a:spcBef>
                <a:spcPts val="0"/>
              </a:spcBef>
              <a:spcAft>
                <a:spcPts val="300"/>
              </a:spcAft>
              <a:buSzPts val="1400"/>
              <a:buNone/>
            </a:pPr>
            <a:r>
              <a:rPr b="1" lang="en-US" sz="1200">
                <a:solidFill>
                  <a:schemeClr val="dk1"/>
                </a:solidFill>
                <a:highlight>
                  <a:srgbClr val="FFFFFF"/>
                </a:highlight>
                <a:latin typeface="Arial"/>
                <a:ea typeface="Arial"/>
                <a:cs typeface="Arial"/>
                <a:sym typeface="Arial"/>
              </a:rPr>
              <a:t>Phân loại KH dựa vào 4 đặc trưng cao nhất</a:t>
            </a:r>
            <a:endParaRPr sz="1200">
              <a:solidFill>
                <a:schemeClr val="dk1"/>
              </a:solidFill>
              <a:highlight>
                <a:srgbClr val="FFFFFF"/>
              </a:highlight>
              <a:latin typeface="Arial"/>
              <a:ea typeface="Arial"/>
              <a:cs typeface="Arial"/>
              <a:sym typeface="Arial"/>
            </a:endParaRPr>
          </a:p>
        </p:txBody>
      </p:sp>
      <p:sp>
        <p:nvSpPr>
          <p:cNvPr id="689" name="Google Shape;689;p33"/>
          <p:cNvSpPr txBox="1"/>
          <p:nvPr/>
        </p:nvSpPr>
        <p:spPr>
          <a:xfrm>
            <a:off x="798650" y="57588"/>
            <a:ext cx="4168500" cy="232800"/>
          </a:xfrm>
          <a:prstGeom prst="rect">
            <a:avLst/>
          </a:prstGeom>
          <a:noFill/>
          <a:ln>
            <a:noFill/>
          </a:ln>
        </p:spPr>
        <p:txBody>
          <a:bodyPr anchorCtr="0" anchor="t" bIns="0" lIns="0" spcFirstLastPara="1" rIns="0" wrap="square" tIns="17125">
            <a:spAutoFit/>
          </a:bodyPr>
          <a:lstStyle/>
          <a:p>
            <a:pPr indent="0" lvl="0" marL="1270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PHÂN LOẠI KHÁCH HÀNG VÀ ĐỀ XUẤT CHIẾN LƯỢC</a:t>
            </a:r>
            <a:endParaRPr b="1" i="0" sz="1400" u="none" cap="none" strike="noStrike">
              <a:solidFill>
                <a:srgbClr val="FFFFFF"/>
              </a:solidFill>
              <a:latin typeface="Calibri"/>
              <a:ea typeface="Calibri"/>
              <a:cs typeface="Calibri"/>
              <a:sym typeface="Calibri"/>
            </a:endParaRPr>
          </a:p>
        </p:txBody>
      </p:sp>
      <p:sp>
        <p:nvSpPr>
          <p:cNvPr id="690" name="Google Shape;690;p33"/>
          <p:cNvSpPr txBox="1"/>
          <p:nvPr>
            <p:ph idx="12" type="sldNum"/>
          </p:nvPr>
        </p:nvSpPr>
        <p:spPr>
          <a:xfrm>
            <a:off x="5404847" y="3120750"/>
            <a:ext cx="4701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34"/>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696" name="Google Shape;696;p34"/>
          <p:cNvGrpSpPr/>
          <p:nvPr/>
        </p:nvGrpSpPr>
        <p:grpSpPr>
          <a:xfrm>
            <a:off x="0" y="3126384"/>
            <a:ext cx="5760185" cy="113664"/>
            <a:chOff x="0" y="3126384"/>
            <a:chExt cx="5760185" cy="113664"/>
          </a:xfrm>
        </p:grpSpPr>
        <p:sp>
          <p:nvSpPr>
            <p:cNvPr id="697" name="Google Shape;697;p34"/>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8" name="Google Shape;698;p34"/>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9" name="Google Shape;699;p34"/>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700" name="Google Shape;700;p34"/>
          <p:cNvSpPr txBox="1"/>
          <p:nvPr>
            <p:ph idx="10" type="dt"/>
          </p:nvPr>
        </p:nvSpPr>
        <p:spPr>
          <a:xfrm>
            <a:off x="466267" y="3120759"/>
            <a:ext cx="995044" cy="123189"/>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701" name="Google Shape;701;p34"/>
          <p:cNvSpPr txBox="1"/>
          <p:nvPr/>
        </p:nvSpPr>
        <p:spPr>
          <a:xfrm>
            <a:off x="2669908" y="3120759"/>
            <a:ext cx="420370" cy="123189"/>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702" name="Google Shape;702;p34"/>
          <p:cNvSpPr txBox="1"/>
          <p:nvPr>
            <p:ph idx="11" type="ftr"/>
          </p:nvPr>
        </p:nvSpPr>
        <p:spPr>
          <a:xfrm>
            <a:off x="4422165" y="3120759"/>
            <a:ext cx="508635" cy="123189"/>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January 2024</a:t>
            </a:r>
            <a:endParaRPr/>
          </a:p>
        </p:txBody>
      </p:sp>
      <p:pic>
        <p:nvPicPr>
          <p:cNvPr id="703" name="Google Shape;703;p34"/>
          <p:cNvPicPr preferRelativeResize="0"/>
          <p:nvPr/>
        </p:nvPicPr>
        <p:blipFill rotWithShape="1">
          <a:blip r:embed="rId4">
            <a:alphaModFix/>
          </a:blip>
          <a:srcRect b="0" l="0" r="0" t="0"/>
          <a:stretch/>
        </p:blipFill>
        <p:spPr>
          <a:xfrm>
            <a:off x="493700" y="453350"/>
            <a:ext cx="4778400" cy="1466551"/>
          </a:xfrm>
          <a:prstGeom prst="rect">
            <a:avLst/>
          </a:prstGeom>
          <a:noFill/>
          <a:ln>
            <a:noFill/>
          </a:ln>
        </p:spPr>
      </p:pic>
      <p:sp>
        <p:nvSpPr>
          <p:cNvPr id="704" name="Google Shape;704;p34"/>
          <p:cNvSpPr txBox="1"/>
          <p:nvPr>
            <p:ph idx="4294967295" type="body"/>
          </p:nvPr>
        </p:nvSpPr>
        <p:spPr>
          <a:xfrm>
            <a:off x="111788" y="2025275"/>
            <a:ext cx="5536500" cy="1362300"/>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SzPts val="1400"/>
              <a:buNone/>
            </a:pPr>
            <a:r>
              <a:rPr b="1" lang="en-US" sz="1200">
                <a:solidFill>
                  <a:schemeClr val="dk1"/>
                </a:solidFill>
                <a:highlight>
                  <a:srgbClr val="FFFFFF"/>
                </a:highlight>
                <a:latin typeface="Arial"/>
                <a:ea typeface="Arial"/>
                <a:cs typeface="Arial"/>
                <a:sym typeface="Arial"/>
              </a:rPr>
              <a:t>Nhận xét:</a:t>
            </a:r>
            <a:endParaRPr b="1" sz="1200">
              <a:solidFill>
                <a:schemeClr val="dk1"/>
              </a:solidFill>
              <a:highlight>
                <a:srgbClr val="FFFFFF"/>
              </a:highlight>
              <a:latin typeface="Arial"/>
              <a:ea typeface="Arial"/>
              <a:cs typeface="Arial"/>
              <a:sym typeface="Arial"/>
            </a:endParaRPr>
          </a:p>
          <a:p>
            <a:pPr indent="-304800" lvl="0" marL="457200" rtl="0" algn="just">
              <a:lnSpc>
                <a:spcPct val="100000"/>
              </a:lnSpc>
              <a:spcBef>
                <a:spcPts val="0"/>
              </a:spcBef>
              <a:spcAft>
                <a:spcPts val="0"/>
              </a:spcAft>
              <a:buClr>
                <a:schemeClr val="dk1"/>
              </a:buClr>
              <a:buSzPts val="1200"/>
              <a:buChar char="●"/>
            </a:pPr>
            <a:r>
              <a:rPr b="1" lang="en-US" sz="1100">
                <a:solidFill>
                  <a:schemeClr val="dk1"/>
                </a:solidFill>
                <a:latin typeface="Arial"/>
                <a:ea typeface="Arial"/>
                <a:cs typeface="Arial"/>
                <a:sym typeface="Arial"/>
              </a:rPr>
              <a:t>Nhóm khách hàng tiềm năng cao</a:t>
            </a:r>
            <a:r>
              <a:rPr lang="en-US" sz="1100">
                <a:solidFill>
                  <a:schemeClr val="dk1"/>
                </a:solidFill>
                <a:latin typeface="Arial"/>
                <a:ea typeface="Arial"/>
                <a:cs typeface="Arial"/>
                <a:sym typeface="Arial"/>
              </a:rPr>
              <a:t> có xu hướng quay lại thường xuyên và chi tiêu nhiều hơn.</a:t>
            </a:r>
            <a:endParaRPr sz="1100">
              <a:solidFill>
                <a:schemeClr val="dk1"/>
              </a:solidFill>
              <a:latin typeface="Arial"/>
              <a:ea typeface="Arial"/>
              <a:cs typeface="Arial"/>
              <a:sym typeface="Arial"/>
            </a:endParaRPr>
          </a:p>
          <a:p>
            <a:pPr indent="-304800" lvl="0" marL="457200" rtl="0" algn="just">
              <a:lnSpc>
                <a:spcPct val="100000"/>
              </a:lnSpc>
              <a:spcBef>
                <a:spcPts val="300"/>
              </a:spcBef>
              <a:spcAft>
                <a:spcPts val="0"/>
              </a:spcAft>
              <a:buClr>
                <a:schemeClr val="dk1"/>
              </a:buClr>
              <a:buSzPts val="1200"/>
              <a:buChar char="●"/>
            </a:pPr>
            <a:r>
              <a:rPr b="1" lang="en-US" sz="1100">
                <a:solidFill>
                  <a:schemeClr val="dk1"/>
                </a:solidFill>
                <a:latin typeface="Arial"/>
                <a:ea typeface="Arial"/>
                <a:cs typeface="Arial"/>
                <a:sym typeface="Arial"/>
              </a:rPr>
              <a:t>Nhóm khách hàng tiềm năng thấp</a:t>
            </a:r>
            <a:r>
              <a:rPr lang="en-US" sz="1100">
                <a:solidFill>
                  <a:schemeClr val="dk1"/>
                </a:solidFill>
                <a:latin typeface="Arial"/>
                <a:ea typeface="Arial"/>
                <a:cs typeface="Arial"/>
                <a:sym typeface="Arial"/>
              </a:rPr>
              <a:t> có tần suất mua sắm thấp và chi tiêu hạn chế.</a:t>
            </a:r>
            <a:endParaRPr sz="1100">
              <a:solidFill>
                <a:schemeClr val="dk1"/>
              </a:solidFill>
              <a:latin typeface="Arial"/>
              <a:ea typeface="Arial"/>
              <a:cs typeface="Arial"/>
              <a:sym typeface="Arial"/>
            </a:endParaRPr>
          </a:p>
          <a:p>
            <a:pPr indent="0" lvl="0" marL="0" rtl="0" algn="just">
              <a:lnSpc>
                <a:spcPct val="100000"/>
              </a:lnSpc>
              <a:spcBef>
                <a:spcPts val="300"/>
              </a:spcBef>
              <a:spcAft>
                <a:spcPts val="0"/>
              </a:spcAft>
              <a:buSzPts val="1400"/>
              <a:buNone/>
            </a:pPr>
            <a:r>
              <a:t/>
            </a:r>
            <a:endParaRPr sz="1100">
              <a:solidFill>
                <a:schemeClr val="dk1"/>
              </a:solidFill>
              <a:latin typeface="Arial"/>
              <a:ea typeface="Arial"/>
              <a:cs typeface="Arial"/>
              <a:sym typeface="Arial"/>
            </a:endParaRPr>
          </a:p>
          <a:p>
            <a:pPr indent="0" lvl="0" marL="0" rtl="0" algn="just">
              <a:lnSpc>
                <a:spcPct val="100000"/>
              </a:lnSpc>
              <a:spcBef>
                <a:spcPts val="300"/>
              </a:spcBef>
              <a:spcAft>
                <a:spcPts val="300"/>
              </a:spcAft>
              <a:buSzPts val="1400"/>
              <a:buNone/>
            </a:pPr>
            <a:r>
              <a:t/>
            </a:r>
            <a:endParaRPr sz="1200">
              <a:solidFill>
                <a:schemeClr val="dk1"/>
              </a:solidFill>
              <a:highlight>
                <a:srgbClr val="FFFFFF"/>
              </a:highlight>
              <a:latin typeface="Arial"/>
              <a:ea typeface="Arial"/>
              <a:cs typeface="Arial"/>
              <a:sym typeface="Arial"/>
            </a:endParaRPr>
          </a:p>
        </p:txBody>
      </p:sp>
      <p:sp>
        <p:nvSpPr>
          <p:cNvPr id="705" name="Google Shape;705;p34"/>
          <p:cNvSpPr txBox="1"/>
          <p:nvPr/>
        </p:nvSpPr>
        <p:spPr>
          <a:xfrm>
            <a:off x="798650" y="57588"/>
            <a:ext cx="4168500" cy="232800"/>
          </a:xfrm>
          <a:prstGeom prst="rect">
            <a:avLst/>
          </a:prstGeom>
          <a:noFill/>
          <a:ln>
            <a:noFill/>
          </a:ln>
        </p:spPr>
        <p:txBody>
          <a:bodyPr anchorCtr="0" anchor="t" bIns="0" lIns="0" spcFirstLastPara="1" rIns="0" wrap="square" tIns="17125">
            <a:spAutoFit/>
          </a:bodyPr>
          <a:lstStyle/>
          <a:p>
            <a:pPr indent="0" lvl="0" marL="1270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PHÂN LOẠI KHÁCH HÀNG VÀ ĐỀ XUẤT CHIẾN LƯỢC</a:t>
            </a:r>
            <a:endParaRPr b="1" i="0" sz="1400" u="none" cap="none" strike="noStrike">
              <a:solidFill>
                <a:srgbClr val="FFFFFF"/>
              </a:solidFill>
              <a:latin typeface="Calibri"/>
              <a:ea typeface="Calibri"/>
              <a:cs typeface="Calibri"/>
              <a:sym typeface="Calibri"/>
            </a:endParaRPr>
          </a:p>
        </p:txBody>
      </p:sp>
      <p:sp>
        <p:nvSpPr>
          <p:cNvPr id="706" name="Google Shape;706;p34"/>
          <p:cNvSpPr txBox="1"/>
          <p:nvPr>
            <p:ph idx="12" type="sldNum"/>
          </p:nvPr>
        </p:nvSpPr>
        <p:spPr>
          <a:xfrm>
            <a:off x="5404847" y="3120750"/>
            <a:ext cx="4818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35"/>
          <p:cNvSpPr/>
          <p:nvPr/>
        </p:nvSpPr>
        <p:spPr>
          <a:xfrm>
            <a:off x="0" y="0"/>
            <a:ext cx="5760085" cy="347980"/>
          </a:xfrm>
          <a:custGeom>
            <a:rect b="b" l="l" r="r" t="t"/>
            <a:pathLst>
              <a:path extrusionOk="0" h="347980" w="5760085">
                <a:moveTo>
                  <a:pt x="5759996" y="0"/>
                </a:moveTo>
                <a:lnTo>
                  <a:pt x="0" y="0"/>
                </a:lnTo>
                <a:lnTo>
                  <a:pt x="0" y="347586"/>
                </a:lnTo>
                <a:lnTo>
                  <a:pt x="5759996" y="347586"/>
                </a:lnTo>
                <a:lnTo>
                  <a:pt x="5759996"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712" name="Google Shape;712;p35"/>
          <p:cNvGrpSpPr/>
          <p:nvPr/>
        </p:nvGrpSpPr>
        <p:grpSpPr>
          <a:xfrm>
            <a:off x="0" y="3126384"/>
            <a:ext cx="5760185" cy="113664"/>
            <a:chOff x="0" y="3126384"/>
            <a:chExt cx="5760185" cy="113664"/>
          </a:xfrm>
        </p:grpSpPr>
        <p:sp>
          <p:nvSpPr>
            <p:cNvPr id="713" name="Google Shape;713;p35"/>
            <p:cNvSpPr/>
            <p:nvPr/>
          </p:nvSpPr>
          <p:spPr>
            <a:xfrm>
              <a:off x="0"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0E263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4" name="Google Shape;714;p35"/>
            <p:cNvSpPr/>
            <p:nvPr/>
          </p:nvSpPr>
          <p:spPr>
            <a:xfrm>
              <a:off x="1919973"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63A5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5" name="Google Shape;715;p35"/>
            <p:cNvSpPr/>
            <p:nvPr/>
          </p:nvSpPr>
          <p:spPr>
            <a:xfrm>
              <a:off x="3839946" y="3126384"/>
              <a:ext cx="1920239" cy="113664"/>
            </a:xfrm>
            <a:custGeom>
              <a:rect b="b" l="l" r="r" t="t"/>
              <a:pathLst>
                <a:path extrusionOk="0" h="113664" w="1920239">
                  <a:moveTo>
                    <a:pt x="1919973" y="0"/>
                  </a:moveTo>
                  <a:lnTo>
                    <a:pt x="0" y="0"/>
                  </a:lnTo>
                  <a:lnTo>
                    <a:pt x="0" y="113614"/>
                  </a:lnTo>
                  <a:lnTo>
                    <a:pt x="1919973" y="113614"/>
                  </a:lnTo>
                  <a:lnTo>
                    <a:pt x="1919973" y="0"/>
                  </a:lnTo>
                  <a:close/>
                </a:path>
              </a:pathLst>
            </a:custGeom>
            <a:solidFill>
              <a:srgbClr val="1E4D7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716" name="Google Shape;716;p35"/>
          <p:cNvSpPr txBox="1"/>
          <p:nvPr>
            <p:ph idx="10" type="dt"/>
          </p:nvPr>
        </p:nvSpPr>
        <p:spPr>
          <a:xfrm>
            <a:off x="466267" y="3120759"/>
            <a:ext cx="995044" cy="123189"/>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Student Name  (HCMUT)</a:t>
            </a:r>
            <a:endParaRPr/>
          </a:p>
        </p:txBody>
      </p:sp>
      <p:sp>
        <p:nvSpPr>
          <p:cNvPr id="717" name="Google Shape;717;p35"/>
          <p:cNvSpPr txBox="1"/>
          <p:nvPr/>
        </p:nvSpPr>
        <p:spPr>
          <a:xfrm>
            <a:off x="2669908" y="3120759"/>
            <a:ext cx="420370" cy="123189"/>
          </a:xfrm>
          <a:prstGeom prst="rect">
            <a:avLst/>
          </a:prstGeom>
          <a:noFill/>
          <a:ln>
            <a:noFill/>
          </a:ln>
        </p:spPr>
        <p:txBody>
          <a:bodyPr anchorCtr="0" anchor="t" bIns="0" lIns="0" spcFirstLastPara="1" rIns="0" wrap="square" tIns="7600">
            <a:spAutoFit/>
          </a:bodyPr>
          <a:lstStyle/>
          <a:p>
            <a:pPr indent="0" lvl="0" marL="12700" marR="0" rtl="0" algn="l">
              <a:lnSpc>
                <a:spcPct val="100000"/>
              </a:lnSpc>
              <a:spcBef>
                <a:spcPts val="0"/>
              </a:spcBef>
              <a:spcAft>
                <a:spcPts val="0"/>
              </a:spcAft>
              <a:buClr>
                <a:srgbClr val="000000"/>
              </a:buClr>
              <a:buSzPts val="600"/>
              <a:buFont typeface="Arial"/>
              <a:buNone/>
            </a:pPr>
            <a:r>
              <a:rPr b="1" i="0" lang="en-US" sz="600" u="sng" cap="none" strike="noStrike">
                <a:solidFill>
                  <a:schemeClr val="hlink"/>
                </a:solidFill>
                <a:latin typeface="Calibri"/>
                <a:ea typeface="Calibri"/>
                <a:cs typeface="Calibri"/>
                <a:sym typeface="Calibri"/>
                <a:hlinkClick action="ppaction://hlinksldjump" r:id="rId3"/>
              </a:rPr>
              <a:t>Short Title</a:t>
            </a:r>
            <a:endParaRPr b="0" i="0" sz="600" u="none" cap="none" strike="noStrike">
              <a:solidFill>
                <a:srgbClr val="000000"/>
              </a:solidFill>
              <a:latin typeface="Calibri"/>
              <a:ea typeface="Calibri"/>
              <a:cs typeface="Calibri"/>
              <a:sym typeface="Calibri"/>
            </a:endParaRPr>
          </a:p>
        </p:txBody>
      </p:sp>
      <p:sp>
        <p:nvSpPr>
          <p:cNvPr id="718" name="Google Shape;718;p35"/>
          <p:cNvSpPr txBox="1"/>
          <p:nvPr>
            <p:ph idx="11" type="ftr"/>
          </p:nvPr>
        </p:nvSpPr>
        <p:spPr>
          <a:xfrm>
            <a:off x="4422165" y="3120759"/>
            <a:ext cx="508635" cy="123189"/>
          </a:xfrm>
          <a:prstGeom prst="rect">
            <a:avLst/>
          </a:prstGeom>
          <a:noFill/>
          <a:ln>
            <a:noFill/>
          </a:ln>
        </p:spPr>
        <p:txBody>
          <a:bodyPr anchorCtr="0" anchor="t" bIns="0" lIns="0" spcFirstLastPara="1" rIns="0" wrap="square" tIns="7600">
            <a:spAutoFit/>
          </a:bodyPr>
          <a:lstStyle/>
          <a:p>
            <a:pPr indent="0" lvl="0" marL="12700" rtl="0" algn="l">
              <a:lnSpc>
                <a:spcPct val="100000"/>
              </a:lnSpc>
              <a:spcBef>
                <a:spcPts val="0"/>
              </a:spcBef>
              <a:spcAft>
                <a:spcPts val="0"/>
              </a:spcAft>
              <a:buSzPts val="1400"/>
              <a:buNone/>
            </a:pPr>
            <a:r>
              <a:rPr lang="en-US"/>
              <a:t>January 2024</a:t>
            </a:r>
            <a:endParaRPr/>
          </a:p>
        </p:txBody>
      </p:sp>
      <p:sp>
        <p:nvSpPr>
          <p:cNvPr id="719" name="Google Shape;719;p35"/>
          <p:cNvSpPr txBox="1"/>
          <p:nvPr/>
        </p:nvSpPr>
        <p:spPr>
          <a:xfrm>
            <a:off x="798650" y="57588"/>
            <a:ext cx="4168500" cy="232800"/>
          </a:xfrm>
          <a:prstGeom prst="rect">
            <a:avLst/>
          </a:prstGeom>
          <a:noFill/>
          <a:ln>
            <a:noFill/>
          </a:ln>
        </p:spPr>
        <p:txBody>
          <a:bodyPr anchorCtr="0" anchor="t" bIns="0" lIns="0" spcFirstLastPara="1" rIns="0" wrap="square" tIns="17125">
            <a:spAutoFit/>
          </a:bodyPr>
          <a:lstStyle/>
          <a:p>
            <a:pPr indent="0" lvl="0" marL="1270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Calibri"/>
                <a:ea typeface="Calibri"/>
                <a:cs typeface="Calibri"/>
                <a:sym typeface="Calibri"/>
              </a:rPr>
              <a:t>PHÂN LOẠI KHÁCH HÀNG VÀ ĐỀ XUẤT CHIẾN LƯỢC</a:t>
            </a:r>
            <a:endParaRPr b="1" i="0" sz="1400" u="none" cap="none" strike="noStrike">
              <a:solidFill>
                <a:srgbClr val="FFFFFF"/>
              </a:solidFill>
              <a:latin typeface="Calibri"/>
              <a:ea typeface="Calibri"/>
              <a:cs typeface="Calibri"/>
              <a:sym typeface="Calibri"/>
            </a:endParaRPr>
          </a:p>
        </p:txBody>
      </p:sp>
      <p:pic>
        <p:nvPicPr>
          <p:cNvPr id="720" name="Google Shape;720;p35"/>
          <p:cNvPicPr preferRelativeResize="0"/>
          <p:nvPr/>
        </p:nvPicPr>
        <p:blipFill rotWithShape="1">
          <a:blip r:embed="rId4">
            <a:alphaModFix/>
          </a:blip>
          <a:srcRect b="0" l="0" r="0" t="0"/>
          <a:stretch/>
        </p:blipFill>
        <p:spPr>
          <a:xfrm>
            <a:off x="399650" y="545750"/>
            <a:ext cx="5005199" cy="1671775"/>
          </a:xfrm>
          <a:prstGeom prst="rect">
            <a:avLst/>
          </a:prstGeom>
          <a:noFill/>
          <a:ln>
            <a:noFill/>
          </a:ln>
        </p:spPr>
      </p:pic>
      <p:sp>
        <p:nvSpPr>
          <p:cNvPr id="721" name="Google Shape;721;p35"/>
          <p:cNvSpPr txBox="1"/>
          <p:nvPr>
            <p:ph idx="4294967295" type="body"/>
          </p:nvPr>
        </p:nvSpPr>
        <p:spPr>
          <a:xfrm>
            <a:off x="111800" y="2217525"/>
            <a:ext cx="5536500" cy="1516200"/>
          </a:xfrm>
          <a:prstGeom prst="rect">
            <a:avLst/>
          </a:prstGeom>
          <a:noFill/>
          <a:ln>
            <a:noFill/>
          </a:ln>
        </p:spPr>
        <p:txBody>
          <a:bodyPr anchorCtr="0" anchor="t" bIns="0" lIns="0" spcFirstLastPara="1" rIns="0" wrap="square" tIns="0">
            <a:spAutoFit/>
          </a:bodyPr>
          <a:lstStyle/>
          <a:p>
            <a:pPr indent="0" lvl="0" marL="12700" rtl="0" algn="l">
              <a:lnSpc>
                <a:spcPct val="100000"/>
              </a:lnSpc>
              <a:spcBef>
                <a:spcPts val="0"/>
              </a:spcBef>
              <a:spcAft>
                <a:spcPts val="0"/>
              </a:spcAft>
              <a:buSzPts val="1400"/>
              <a:buNone/>
            </a:pPr>
            <a:r>
              <a:rPr b="1" lang="en-US" sz="1200">
                <a:solidFill>
                  <a:schemeClr val="dk1"/>
                </a:solidFill>
                <a:highlight>
                  <a:srgbClr val="FFFFFF"/>
                </a:highlight>
                <a:latin typeface="Arial"/>
                <a:ea typeface="Arial"/>
                <a:cs typeface="Arial"/>
                <a:sym typeface="Arial"/>
              </a:rPr>
              <a:t>Nhận xét:</a:t>
            </a:r>
            <a:endParaRPr b="1" sz="1200">
              <a:solidFill>
                <a:schemeClr val="dk1"/>
              </a:solidFill>
              <a:highlight>
                <a:srgbClr val="FFFFFF"/>
              </a:highlight>
              <a:latin typeface="Arial"/>
              <a:ea typeface="Arial"/>
              <a:cs typeface="Arial"/>
              <a:sym typeface="Arial"/>
            </a:endParaRPr>
          </a:p>
          <a:p>
            <a:pPr indent="-304800" lvl="0" marL="457200" rtl="0" algn="just">
              <a:lnSpc>
                <a:spcPct val="100000"/>
              </a:lnSpc>
              <a:spcBef>
                <a:spcPts val="0"/>
              </a:spcBef>
              <a:spcAft>
                <a:spcPts val="0"/>
              </a:spcAft>
              <a:buClr>
                <a:schemeClr val="dk1"/>
              </a:buClr>
              <a:buSzPts val="1200"/>
              <a:buChar char="●"/>
            </a:pPr>
            <a:r>
              <a:rPr b="1" lang="en-US" sz="1100">
                <a:solidFill>
                  <a:schemeClr val="dk1"/>
                </a:solidFill>
                <a:latin typeface="Arial"/>
                <a:ea typeface="Arial"/>
                <a:cs typeface="Arial"/>
                <a:sym typeface="Arial"/>
              </a:rPr>
              <a:t>Nhóm khách hàng tiềm năng cao</a:t>
            </a:r>
            <a:r>
              <a:rPr lang="en-US" sz="1100">
                <a:solidFill>
                  <a:schemeClr val="dk1"/>
                </a:solidFill>
                <a:latin typeface="Arial"/>
                <a:ea typeface="Arial"/>
                <a:cs typeface="Arial"/>
                <a:sym typeface="Arial"/>
              </a:rPr>
              <a:t>: Tập trung giữ chân bằng ưu đãi, cá nhân hóa đề xuất và đẩy mạnh các sản phẩm giá trị cao.</a:t>
            </a:r>
            <a:br>
              <a:rPr lang="en-US" sz="1100">
                <a:solidFill>
                  <a:schemeClr val="dk1"/>
                </a:solidFill>
                <a:latin typeface="Arial"/>
                <a:ea typeface="Arial"/>
                <a:cs typeface="Arial"/>
                <a:sym typeface="Arial"/>
              </a:rPr>
            </a:br>
            <a:r>
              <a:rPr b="1" lang="en-US" sz="1100">
                <a:solidFill>
                  <a:schemeClr val="dk1"/>
                </a:solidFill>
                <a:latin typeface="Arial"/>
                <a:ea typeface="Arial"/>
                <a:cs typeface="Arial"/>
                <a:sym typeface="Arial"/>
              </a:rPr>
              <a:t>Nhóm khách hàng tiềm năng thấp</a:t>
            </a:r>
            <a:r>
              <a:rPr lang="en-US" sz="1100">
                <a:solidFill>
                  <a:schemeClr val="dk1"/>
                </a:solidFill>
                <a:latin typeface="Arial"/>
                <a:ea typeface="Arial"/>
                <a:cs typeface="Arial"/>
                <a:sym typeface="Arial"/>
              </a:rPr>
              <a:t>: Thu hút bằng khuyến mãi, sản phẩm giá hợp lý và tối ưu hóa trải nghiệm mua sắm để tăng sự quay lại.</a:t>
            </a:r>
            <a:endParaRPr sz="1100">
              <a:solidFill>
                <a:schemeClr val="dk1"/>
              </a:solidFill>
              <a:latin typeface="Arial"/>
              <a:ea typeface="Arial"/>
              <a:cs typeface="Arial"/>
              <a:sym typeface="Arial"/>
            </a:endParaRPr>
          </a:p>
          <a:p>
            <a:pPr indent="-298450" lvl="0" marL="457200" rtl="0" algn="just">
              <a:lnSpc>
                <a:spcPct val="100000"/>
              </a:lnSpc>
              <a:spcBef>
                <a:spcPts val="300"/>
              </a:spcBef>
              <a:spcAft>
                <a:spcPts val="0"/>
              </a:spcAft>
              <a:buClr>
                <a:schemeClr val="dk1"/>
              </a:buClr>
              <a:buSzPts val="1100"/>
              <a:buFont typeface="Arial"/>
              <a:buChar char="●"/>
            </a:pPr>
            <a:r>
              <a:t/>
            </a:r>
            <a:endParaRPr sz="1100">
              <a:solidFill>
                <a:schemeClr val="dk1"/>
              </a:solidFill>
              <a:latin typeface="Arial"/>
              <a:ea typeface="Arial"/>
              <a:cs typeface="Arial"/>
              <a:sym typeface="Arial"/>
            </a:endParaRPr>
          </a:p>
          <a:p>
            <a:pPr indent="0" lvl="0" marL="0" rtl="0" algn="just">
              <a:lnSpc>
                <a:spcPct val="100000"/>
              </a:lnSpc>
              <a:spcBef>
                <a:spcPts val="300"/>
              </a:spcBef>
              <a:spcAft>
                <a:spcPts val="0"/>
              </a:spcAft>
              <a:buSzPts val="1400"/>
              <a:buNone/>
            </a:pPr>
            <a:r>
              <a:t/>
            </a:r>
            <a:endParaRPr sz="1100">
              <a:solidFill>
                <a:schemeClr val="dk1"/>
              </a:solidFill>
              <a:latin typeface="Arial"/>
              <a:ea typeface="Arial"/>
              <a:cs typeface="Arial"/>
              <a:sym typeface="Arial"/>
            </a:endParaRPr>
          </a:p>
          <a:p>
            <a:pPr indent="0" lvl="0" marL="0" rtl="0" algn="just">
              <a:lnSpc>
                <a:spcPct val="100000"/>
              </a:lnSpc>
              <a:spcBef>
                <a:spcPts val="300"/>
              </a:spcBef>
              <a:spcAft>
                <a:spcPts val="300"/>
              </a:spcAft>
              <a:buSzPts val="1400"/>
              <a:buNone/>
            </a:pPr>
            <a:r>
              <a:t/>
            </a:r>
            <a:endParaRPr sz="1200">
              <a:solidFill>
                <a:schemeClr val="dk1"/>
              </a:solidFill>
              <a:highlight>
                <a:srgbClr val="FFFFFF"/>
              </a:highlight>
              <a:latin typeface="Arial"/>
              <a:ea typeface="Arial"/>
              <a:cs typeface="Arial"/>
              <a:sym typeface="Arial"/>
            </a:endParaRPr>
          </a:p>
        </p:txBody>
      </p:sp>
      <p:sp>
        <p:nvSpPr>
          <p:cNvPr id="722" name="Google Shape;722;p35"/>
          <p:cNvSpPr txBox="1"/>
          <p:nvPr>
            <p:ph idx="4294967295" type="body"/>
          </p:nvPr>
        </p:nvSpPr>
        <p:spPr>
          <a:xfrm>
            <a:off x="0" y="391575"/>
            <a:ext cx="1782600" cy="184800"/>
          </a:xfrm>
          <a:prstGeom prst="rect">
            <a:avLst/>
          </a:prstGeom>
          <a:noFill/>
          <a:ln>
            <a:noFill/>
          </a:ln>
        </p:spPr>
        <p:txBody>
          <a:bodyPr anchorCtr="0" anchor="t" bIns="0" lIns="0" spcFirstLastPara="1" rIns="0" wrap="square" tIns="0">
            <a:spAutoFit/>
          </a:bodyPr>
          <a:lstStyle/>
          <a:p>
            <a:pPr indent="0" lvl="0" marL="0" rtl="0" algn="just">
              <a:lnSpc>
                <a:spcPct val="100000"/>
              </a:lnSpc>
              <a:spcBef>
                <a:spcPts val="0"/>
              </a:spcBef>
              <a:spcAft>
                <a:spcPts val="300"/>
              </a:spcAft>
              <a:buSzPts val="1400"/>
              <a:buNone/>
            </a:pPr>
            <a:r>
              <a:rPr b="1" lang="en-US" sz="1200">
                <a:solidFill>
                  <a:schemeClr val="dk1"/>
                </a:solidFill>
                <a:highlight>
                  <a:srgbClr val="FFFFFF"/>
                </a:highlight>
                <a:latin typeface="Arial"/>
                <a:ea typeface="Arial"/>
                <a:cs typeface="Arial"/>
                <a:sym typeface="Arial"/>
              </a:rPr>
              <a:t>Đề xuất</a:t>
            </a:r>
            <a:endParaRPr sz="1200">
              <a:solidFill>
                <a:schemeClr val="dk1"/>
              </a:solidFill>
              <a:highlight>
                <a:srgbClr val="FFFFFF"/>
              </a:highlight>
              <a:latin typeface="Arial"/>
              <a:ea typeface="Arial"/>
              <a:cs typeface="Arial"/>
              <a:sym typeface="Arial"/>
            </a:endParaRPr>
          </a:p>
        </p:txBody>
      </p:sp>
      <p:sp>
        <p:nvSpPr>
          <p:cNvPr id="723" name="Google Shape;723;p35"/>
          <p:cNvSpPr txBox="1"/>
          <p:nvPr>
            <p:ph idx="12" type="sldNum"/>
          </p:nvPr>
        </p:nvSpPr>
        <p:spPr>
          <a:xfrm>
            <a:off x="5404847" y="3120750"/>
            <a:ext cx="5085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36</a:t>
            </a:r>
            <a:endParaRPr/>
          </a:p>
        </p:txBody>
      </p:sp>
    </p:spTree>
  </p:cSld>
  <p:clrMapOvr>
    <a:masterClrMapping/>
  </p:clrMapOvr>
  <p:transition>
    <p:fade thruBlk="1"/>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27" name="Shape 727"/>
        <p:cNvGrpSpPr/>
        <p:nvPr/>
      </p:nvGrpSpPr>
      <p:grpSpPr>
        <a:xfrm>
          <a:off x="0" y="0"/>
          <a:ext cx="0" cy="0"/>
          <a:chOff x="0" y="0"/>
          <a:chExt cx="0" cy="0"/>
        </a:xfrm>
      </p:grpSpPr>
      <p:pic>
        <p:nvPicPr>
          <p:cNvPr id="728" name="Google Shape;728;p36"/>
          <p:cNvPicPr preferRelativeResize="0"/>
          <p:nvPr/>
        </p:nvPicPr>
        <p:blipFill rotWithShape="1">
          <a:blip r:embed="rId3">
            <a:alphaModFix/>
          </a:blip>
          <a:srcRect b="0" l="0" r="0" t="0"/>
          <a:stretch/>
        </p:blipFill>
        <p:spPr>
          <a:xfrm>
            <a:off x="0" y="0"/>
            <a:ext cx="5759988" cy="3239998"/>
          </a:xfrm>
          <a:prstGeom prst="rect">
            <a:avLst/>
          </a:prstGeom>
          <a:noFill/>
          <a:ln>
            <a:noFill/>
          </a:ln>
        </p:spPr>
      </p:pic>
      <p:sp>
        <p:nvSpPr>
          <p:cNvPr id="729" name="Google Shape;729;p36"/>
          <p:cNvSpPr/>
          <p:nvPr/>
        </p:nvSpPr>
        <p:spPr>
          <a:xfrm>
            <a:off x="4202672" y="3155225"/>
            <a:ext cx="43180" cy="30480"/>
          </a:xfrm>
          <a:custGeom>
            <a:rect b="b" l="l" r="r" t="t"/>
            <a:pathLst>
              <a:path extrusionOk="0" h="30480" w="43179">
                <a:moveTo>
                  <a:pt x="0" y="30366"/>
                </a:moveTo>
                <a:lnTo>
                  <a:pt x="43019" y="30366"/>
                </a:lnTo>
                <a:lnTo>
                  <a:pt x="43019" y="0"/>
                </a:lnTo>
                <a:lnTo>
                  <a:pt x="0" y="0"/>
                </a:lnTo>
                <a:lnTo>
                  <a:pt x="0" y="30366"/>
                </a:lnTo>
                <a:close/>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0" name="Google Shape;730;p36"/>
          <p:cNvSpPr/>
          <p:nvPr/>
        </p:nvSpPr>
        <p:spPr>
          <a:xfrm>
            <a:off x="4123055" y="3151263"/>
            <a:ext cx="25400" cy="38100"/>
          </a:xfrm>
          <a:custGeom>
            <a:rect b="b" l="l" r="r" t="t"/>
            <a:pathLst>
              <a:path extrusionOk="0" h="38100" w="25400">
                <a:moveTo>
                  <a:pt x="25400" y="0"/>
                </a:moveTo>
                <a:lnTo>
                  <a:pt x="0" y="19050"/>
                </a:lnTo>
                <a:lnTo>
                  <a:pt x="25400" y="38100"/>
                </a:lnTo>
                <a:lnTo>
                  <a:pt x="25400"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1" name="Google Shape;731;p36"/>
          <p:cNvSpPr/>
          <p:nvPr/>
        </p:nvSpPr>
        <p:spPr>
          <a:xfrm>
            <a:off x="4300857" y="3151263"/>
            <a:ext cx="25400" cy="38100"/>
          </a:xfrm>
          <a:custGeom>
            <a:rect b="b" l="l" r="r" t="t"/>
            <a:pathLst>
              <a:path extrusionOk="0" h="38100" w="25400">
                <a:moveTo>
                  <a:pt x="0" y="0"/>
                </a:moveTo>
                <a:lnTo>
                  <a:pt x="0" y="38100"/>
                </a:lnTo>
                <a:lnTo>
                  <a:pt x="25400" y="19050"/>
                </a:lnTo>
                <a:lnTo>
                  <a:pt x="0"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732" name="Google Shape;732;p36"/>
          <p:cNvGrpSpPr/>
          <p:nvPr/>
        </p:nvGrpSpPr>
        <p:grpSpPr>
          <a:xfrm>
            <a:off x="4397705" y="3144913"/>
            <a:ext cx="203200" cy="50800"/>
            <a:chOff x="4397705" y="3144913"/>
            <a:chExt cx="203200" cy="50800"/>
          </a:xfrm>
        </p:grpSpPr>
        <p:sp>
          <p:nvSpPr>
            <p:cNvPr id="733" name="Google Shape;733;p36"/>
            <p:cNvSpPr/>
            <p:nvPr/>
          </p:nvSpPr>
          <p:spPr>
            <a:xfrm>
              <a:off x="4460874" y="3144913"/>
              <a:ext cx="64135" cy="50800"/>
            </a:xfrm>
            <a:custGeom>
              <a:rect b="b" l="l" r="r" t="t"/>
              <a:pathLst>
                <a:path extrusionOk="0" h="50800" w="64135">
                  <a:moveTo>
                    <a:pt x="0" y="50800"/>
                  </a:moveTo>
                  <a:lnTo>
                    <a:pt x="43019" y="50800"/>
                  </a:lnTo>
                  <a:lnTo>
                    <a:pt x="43019" y="20434"/>
                  </a:lnTo>
                  <a:lnTo>
                    <a:pt x="0" y="20434"/>
                  </a:lnTo>
                  <a:lnTo>
                    <a:pt x="0" y="50800"/>
                  </a:lnTo>
                  <a:close/>
                </a:path>
                <a:path extrusionOk="0" h="50800" w="64135">
                  <a:moveTo>
                    <a:pt x="10491" y="20320"/>
                  </a:moveTo>
                  <a:lnTo>
                    <a:pt x="10491" y="10160"/>
                  </a:lnTo>
                  <a:lnTo>
                    <a:pt x="53672" y="10160"/>
                  </a:lnTo>
                  <a:lnTo>
                    <a:pt x="53672" y="40640"/>
                  </a:lnTo>
                  <a:lnTo>
                    <a:pt x="43512" y="40640"/>
                  </a:lnTo>
                </a:path>
                <a:path extrusionOk="0" h="50800" w="64135">
                  <a:moveTo>
                    <a:pt x="20652" y="10160"/>
                  </a:moveTo>
                  <a:lnTo>
                    <a:pt x="20652" y="0"/>
                  </a:lnTo>
                  <a:lnTo>
                    <a:pt x="63832" y="0"/>
                  </a:lnTo>
                  <a:lnTo>
                    <a:pt x="63832" y="30480"/>
                  </a:lnTo>
                  <a:lnTo>
                    <a:pt x="53672" y="3048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4" name="Google Shape;734;p36"/>
            <p:cNvSpPr/>
            <p:nvPr/>
          </p:nvSpPr>
          <p:spPr>
            <a:xfrm>
              <a:off x="4397705" y="3151263"/>
              <a:ext cx="203200" cy="38100"/>
            </a:xfrm>
            <a:custGeom>
              <a:rect b="b" l="l" r="r" t="t"/>
              <a:pathLst>
                <a:path extrusionOk="0" h="38100" w="203200">
                  <a:moveTo>
                    <a:pt x="25400" y="0"/>
                  </a:moveTo>
                  <a:lnTo>
                    <a:pt x="0" y="19050"/>
                  </a:lnTo>
                  <a:lnTo>
                    <a:pt x="25400" y="38100"/>
                  </a:lnTo>
                  <a:lnTo>
                    <a:pt x="25400" y="0"/>
                  </a:lnTo>
                  <a:close/>
                </a:path>
                <a:path extrusionOk="0" h="38100" w="203200">
                  <a:moveTo>
                    <a:pt x="177802" y="0"/>
                  </a:moveTo>
                  <a:lnTo>
                    <a:pt x="177802" y="38100"/>
                  </a:lnTo>
                  <a:lnTo>
                    <a:pt x="203202" y="19050"/>
                  </a:lnTo>
                  <a:lnTo>
                    <a:pt x="177802"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35" name="Google Shape;735;p36"/>
          <p:cNvGrpSpPr/>
          <p:nvPr/>
        </p:nvGrpSpPr>
        <p:grpSpPr>
          <a:xfrm>
            <a:off x="4672368" y="3144912"/>
            <a:ext cx="203200" cy="50800"/>
            <a:chOff x="4672368" y="3144912"/>
            <a:chExt cx="203200" cy="50800"/>
          </a:xfrm>
        </p:grpSpPr>
        <p:sp>
          <p:nvSpPr>
            <p:cNvPr id="736" name="Google Shape;736;p36"/>
            <p:cNvSpPr/>
            <p:nvPr/>
          </p:nvSpPr>
          <p:spPr>
            <a:xfrm>
              <a:off x="4761269" y="3157613"/>
              <a:ext cx="38100" cy="0"/>
            </a:xfrm>
            <a:custGeom>
              <a:rect b="b" l="l" r="r" t="t"/>
              <a:pathLst>
                <a:path extrusionOk="0" h="120000" w="38100">
                  <a:moveTo>
                    <a:pt x="0" y="0"/>
                  </a:moveTo>
                  <a:lnTo>
                    <a:pt x="38100" y="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7" name="Google Shape;737;p36"/>
            <p:cNvSpPr/>
            <p:nvPr/>
          </p:nvSpPr>
          <p:spPr>
            <a:xfrm>
              <a:off x="4672368" y="3151263"/>
              <a:ext cx="203200" cy="38100"/>
            </a:xfrm>
            <a:custGeom>
              <a:rect b="b" l="l" r="r" t="t"/>
              <a:pathLst>
                <a:path extrusionOk="0" h="38100" w="203200">
                  <a:moveTo>
                    <a:pt x="25400" y="0"/>
                  </a:moveTo>
                  <a:lnTo>
                    <a:pt x="0" y="19050"/>
                  </a:lnTo>
                  <a:lnTo>
                    <a:pt x="25400" y="38100"/>
                  </a:lnTo>
                  <a:lnTo>
                    <a:pt x="25400" y="0"/>
                  </a:lnTo>
                  <a:close/>
                </a:path>
                <a:path extrusionOk="0" h="38100" w="203200">
                  <a:moveTo>
                    <a:pt x="177802" y="0"/>
                  </a:moveTo>
                  <a:lnTo>
                    <a:pt x="177802" y="38100"/>
                  </a:lnTo>
                  <a:lnTo>
                    <a:pt x="203202" y="19050"/>
                  </a:lnTo>
                  <a:lnTo>
                    <a:pt x="177802"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8" name="Google Shape;738;p36"/>
            <p:cNvSpPr/>
            <p:nvPr/>
          </p:nvSpPr>
          <p:spPr>
            <a:xfrm>
              <a:off x="4748569" y="3144912"/>
              <a:ext cx="50800" cy="50800"/>
            </a:xfrm>
            <a:custGeom>
              <a:rect b="b" l="l" r="r" t="t"/>
              <a:pathLst>
                <a:path extrusionOk="0" h="50800" w="50800">
                  <a:moveTo>
                    <a:pt x="0" y="0"/>
                  </a:moveTo>
                  <a:lnTo>
                    <a:pt x="38100" y="0"/>
                  </a:lnTo>
                </a:path>
                <a:path extrusionOk="0" h="50800" w="50800">
                  <a:moveTo>
                    <a:pt x="12700" y="25400"/>
                  </a:moveTo>
                  <a:lnTo>
                    <a:pt x="50800" y="25400"/>
                  </a:lnTo>
                </a:path>
                <a:path extrusionOk="0" h="50800" w="50800">
                  <a:moveTo>
                    <a:pt x="0" y="38100"/>
                  </a:moveTo>
                  <a:lnTo>
                    <a:pt x="38100" y="38100"/>
                  </a:lnTo>
                </a:path>
                <a:path extrusionOk="0" h="50800" w="50800">
                  <a:moveTo>
                    <a:pt x="12700" y="50800"/>
                  </a:moveTo>
                  <a:lnTo>
                    <a:pt x="50800" y="50800"/>
                  </a:lnTo>
                </a:path>
              </a:pathLst>
            </a:custGeom>
            <a:noFill/>
            <a:ln cap="flat" cmpd="sng" w="9525">
              <a:solidFill>
                <a:srgbClr val="D2DBE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39" name="Google Shape;739;p36"/>
          <p:cNvGrpSpPr/>
          <p:nvPr/>
        </p:nvGrpSpPr>
        <p:grpSpPr>
          <a:xfrm>
            <a:off x="4947031" y="3144912"/>
            <a:ext cx="203200" cy="50801"/>
            <a:chOff x="4947031" y="3144912"/>
            <a:chExt cx="203200" cy="50801"/>
          </a:xfrm>
        </p:grpSpPr>
        <p:sp>
          <p:nvSpPr>
            <p:cNvPr id="740" name="Google Shape;740;p36"/>
            <p:cNvSpPr/>
            <p:nvPr/>
          </p:nvSpPr>
          <p:spPr>
            <a:xfrm>
              <a:off x="5023232" y="3144912"/>
              <a:ext cx="50800" cy="25400"/>
            </a:xfrm>
            <a:custGeom>
              <a:rect b="b" l="l" r="r" t="t"/>
              <a:pathLst>
                <a:path extrusionOk="0" h="25400" w="50800">
                  <a:moveTo>
                    <a:pt x="0" y="0"/>
                  </a:moveTo>
                  <a:lnTo>
                    <a:pt x="38100" y="0"/>
                  </a:lnTo>
                </a:path>
                <a:path extrusionOk="0" h="25400" w="50800">
                  <a:moveTo>
                    <a:pt x="12700" y="12700"/>
                  </a:moveTo>
                  <a:lnTo>
                    <a:pt x="50800" y="12700"/>
                  </a:lnTo>
                </a:path>
                <a:path extrusionOk="0" h="25400" w="50800">
                  <a:moveTo>
                    <a:pt x="12700" y="25400"/>
                  </a:moveTo>
                  <a:lnTo>
                    <a:pt x="50800" y="2540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1" name="Google Shape;741;p36"/>
            <p:cNvSpPr/>
            <p:nvPr/>
          </p:nvSpPr>
          <p:spPr>
            <a:xfrm>
              <a:off x="4947031" y="3151263"/>
              <a:ext cx="203200" cy="38100"/>
            </a:xfrm>
            <a:custGeom>
              <a:rect b="b" l="l" r="r" t="t"/>
              <a:pathLst>
                <a:path extrusionOk="0" h="38100" w="203200">
                  <a:moveTo>
                    <a:pt x="25400" y="0"/>
                  </a:moveTo>
                  <a:lnTo>
                    <a:pt x="0" y="19050"/>
                  </a:lnTo>
                  <a:lnTo>
                    <a:pt x="25400" y="38100"/>
                  </a:lnTo>
                  <a:lnTo>
                    <a:pt x="25400" y="0"/>
                  </a:lnTo>
                  <a:close/>
                </a:path>
                <a:path extrusionOk="0" h="38100" w="203200">
                  <a:moveTo>
                    <a:pt x="177802" y="0"/>
                  </a:moveTo>
                  <a:lnTo>
                    <a:pt x="177802" y="38100"/>
                  </a:lnTo>
                  <a:lnTo>
                    <a:pt x="203202" y="19050"/>
                  </a:lnTo>
                  <a:lnTo>
                    <a:pt x="177802" y="0"/>
                  </a:lnTo>
                  <a:close/>
                </a:path>
              </a:pathLst>
            </a:custGeom>
            <a:solidFill>
              <a:srgbClr val="D2DBE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2" name="Google Shape;742;p36"/>
            <p:cNvSpPr/>
            <p:nvPr/>
          </p:nvSpPr>
          <p:spPr>
            <a:xfrm>
              <a:off x="5023232" y="3183013"/>
              <a:ext cx="50800" cy="12700"/>
            </a:xfrm>
            <a:custGeom>
              <a:rect b="b" l="l" r="r" t="t"/>
              <a:pathLst>
                <a:path extrusionOk="0" h="12700" w="50800">
                  <a:moveTo>
                    <a:pt x="0" y="0"/>
                  </a:moveTo>
                  <a:lnTo>
                    <a:pt x="38100" y="0"/>
                  </a:lnTo>
                </a:path>
                <a:path extrusionOk="0" h="12700" w="50800">
                  <a:moveTo>
                    <a:pt x="12700" y="12699"/>
                  </a:moveTo>
                  <a:lnTo>
                    <a:pt x="50800" y="12699"/>
                  </a:lnTo>
                </a:path>
              </a:pathLst>
            </a:custGeom>
            <a:noFill/>
            <a:ln cap="flat" cmpd="sng" w="9525">
              <a:solidFill>
                <a:srgbClr val="D2DBE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743" name="Google Shape;743;p36"/>
          <p:cNvSpPr/>
          <p:nvPr/>
        </p:nvSpPr>
        <p:spPr>
          <a:xfrm>
            <a:off x="5297895" y="3144913"/>
            <a:ext cx="50800" cy="50800"/>
          </a:xfrm>
          <a:custGeom>
            <a:rect b="b" l="l" r="r" t="t"/>
            <a:pathLst>
              <a:path extrusionOk="0" h="50800" w="50800">
                <a:moveTo>
                  <a:pt x="0" y="0"/>
                </a:moveTo>
                <a:lnTo>
                  <a:pt x="38100" y="0"/>
                </a:lnTo>
              </a:path>
              <a:path extrusionOk="0" h="50800" w="50800">
                <a:moveTo>
                  <a:pt x="12700" y="12700"/>
                </a:moveTo>
                <a:lnTo>
                  <a:pt x="50800" y="12700"/>
                </a:lnTo>
              </a:path>
              <a:path extrusionOk="0" h="50800" w="50800">
                <a:moveTo>
                  <a:pt x="12700" y="25400"/>
                </a:moveTo>
                <a:lnTo>
                  <a:pt x="50800" y="25400"/>
                </a:lnTo>
              </a:path>
              <a:path extrusionOk="0" h="50800" w="50800">
                <a:moveTo>
                  <a:pt x="0" y="38100"/>
                </a:moveTo>
                <a:lnTo>
                  <a:pt x="38100" y="38100"/>
                </a:lnTo>
              </a:path>
              <a:path extrusionOk="0" h="50800" w="50800">
                <a:moveTo>
                  <a:pt x="12700" y="50800"/>
                </a:moveTo>
                <a:lnTo>
                  <a:pt x="50800" y="5080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744" name="Google Shape;744;p36"/>
          <p:cNvGrpSpPr/>
          <p:nvPr/>
        </p:nvGrpSpPr>
        <p:grpSpPr>
          <a:xfrm>
            <a:off x="5481104" y="3144913"/>
            <a:ext cx="233679" cy="50800"/>
            <a:chOff x="5481104" y="3144913"/>
            <a:chExt cx="233679" cy="50800"/>
          </a:xfrm>
        </p:grpSpPr>
        <p:sp>
          <p:nvSpPr>
            <p:cNvPr id="745" name="Google Shape;745;p36"/>
            <p:cNvSpPr/>
            <p:nvPr/>
          </p:nvSpPr>
          <p:spPr>
            <a:xfrm>
              <a:off x="5603025" y="3175393"/>
              <a:ext cx="20320" cy="20320"/>
            </a:xfrm>
            <a:custGeom>
              <a:rect b="b" l="l" r="r" t="t"/>
              <a:pathLst>
                <a:path extrusionOk="0" h="20319" w="20320">
                  <a:moveTo>
                    <a:pt x="0" y="0"/>
                  </a:moveTo>
                  <a:lnTo>
                    <a:pt x="20320" y="2032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6" name="Google Shape;746;p36"/>
            <p:cNvSpPr/>
            <p:nvPr/>
          </p:nvSpPr>
          <p:spPr>
            <a:xfrm>
              <a:off x="5575961" y="3148898"/>
              <a:ext cx="30480" cy="30480"/>
            </a:xfrm>
            <a:custGeom>
              <a:rect b="b" l="l" r="r" t="t"/>
              <a:pathLst>
                <a:path extrusionOk="0" h="30480" w="30479">
                  <a:moveTo>
                    <a:pt x="30366" y="15183"/>
                  </a:moveTo>
                  <a:lnTo>
                    <a:pt x="30366" y="6797"/>
                  </a:lnTo>
                  <a:lnTo>
                    <a:pt x="23568" y="0"/>
                  </a:lnTo>
                  <a:lnTo>
                    <a:pt x="15183" y="0"/>
                  </a:lnTo>
                  <a:lnTo>
                    <a:pt x="6797" y="0"/>
                  </a:lnTo>
                  <a:lnTo>
                    <a:pt x="0" y="6797"/>
                  </a:lnTo>
                  <a:lnTo>
                    <a:pt x="0" y="15183"/>
                  </a:lnTo>
                  <a:lnTo>
                    <a:pt x="0" y="23568"/>
                  </a:lnTo>
                  <a:lnTo>
                    <a:pt x="6797" y="30366"/>
                  </a:lnTo>
                  <a:lnTo>
                    <a:pt x="15183" y="30366"/>
                  </a:lnTo>
                  <a:lnTo>
                    <a:pt x="23568" y="30366"/>
                  </a:lnTo>
                  <a:lnTo>
                    <a:pt x="30366" y="23568"/>
                  </a:lnTo>
                  <a:lnTo>
                    <a:pt x="30366" y="15183"/>
                  </a:lnTo>
                  <a:close/>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7" name="Google Shape;747;p36"/>
            <p:cNvSpPr/>
            <p:nvPr/>
          </p:nvSpPr>
          <p:spPr>
            <a:xfrm>
              <a:off x="5481104" y="3144913"/>
              <a:ext cx="233679" cy="50800"/>
            </a:xfrm>
            <a:custGeom>
              <a:rect b="b" l="l" r="r" t="t"/>
              <a:pathLst>
                <a:path extrusionOk="0" h="50800" w="233679">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extrusionOk="0" h="50800" w="233679">
                  <a:moveTo>
                    <a:pt x="30480" y="17780"/>
                  </a:moveTo>
                  <a:lnTo>
                    <a:pt x="15240" y="30480"/>
                  </a:lnTo>
                  <a:lnTo>
                    <a:pt x="0" y="17780"/>
                  </a:lnTo>
                </a:path>
                <a:path extrusionOk="0" h="50800" w="233679">
                  <a:moveTo>
                    <a:pt x="193042" y="50800"/>
                  </a:moveTo>
                  <a:lnTo>
                    <a:pt x="183179" y="48796"/>
                  </a:lnTo>
                  <a:lnTo>
                    <a:pt x="175103" y="43339"/>
                  </a:lnTo>
                  <a:lnTo>
                    <a:pt x="169646" y="35262"/>
                  </a:lnTo>
                  <a:lnTo>
                    <a:pt x="167642" y="25400"/>
                  </a:lnTo>
                  <a:lnTo>
                    <a:pt x="169646" y="15537"/>
                  </a:lnTo>
                  <a:lnTo>
                    <a:pt x="175103" y="7461"/>
                  </a:lnTo>
                  <a:lnTo>
                    <a:pt x="183179" y="2004"/>
                  </a:lnTo>
                  <a:lnTo>
                    <a:pt x="193042" y="0"/>
                  </a:lnTo>
                  <a:lnTo>
                    <a:pt x="202904" y="2004"/>
                  </a:lnTo>
                  <a:lnTo>
                    <a:pt x="210981" y="7461"/>
                  </a:lnTo>
                  <a:lnTo>
                    <a:pt x="216438" y="15537"/>
                  </a:lnTo>
                  <a:lnTo>
                    <a:pt x="218442" y="25400"/>
                  </a:lnTo>
                </a:path>
                <a:path extrusionOk="0" h="50800" w="233679">
                  <a:moveTo>
                    <a:pt x="233682" y="17780"/>
                  </a:moveTo>
                  <a:lnTo>
                    <a:pt x="218442" y="30480"/>
                  </a:lnTo>
                  <a:lnTo>
                    <a:pt x="203202" y="17780"/>
                  </a:lnTo>
                </a:path>
              </a:pathLst>
            </a:custGeom>
            <a:noFill/>
            <a:ln cap="flat" cmpd="sng" w="9525">
              <a:solidFill>
                <a:srgbClr val="A5B8C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748" name="Google Shape;748;p36"/>
          <p:cNvSpPr txBox="1"/>
          <p:nvPr>
            <p:ph type="title"/>
          </p:nvPr>
        </p:nvSpPr>
        <p:spPr>
          <a:xfrm>
            <a:off x="1809026" y="739621"/>
            <a:ext cx="2141855" cy="40322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SzPts val="1400"/>
              <a:buNone/>
            </a:pPr>
            <a:r>
              <a:rPr lang="en-US" sz="2450">
                <a:solidFill>
                  <a:srgbClr val="000000"/>
                </a:solidFill>
                <a:latin typeface="Gill Sans"/>
                <a:ea typeface="Gill Sans"/>
                <a:cs typeface="Gill Sans"/>
                <a:sym typeface="Gill Sans"/>
              </a:rPr>
              <a:t>- THE END -</a:t>
            </a:r>
            <a:endParaRPr sz="2450">
              <a:latin typeface="Gill Sans"/>
              <a:ea typeface="Gill Sans"/>
              <a:cs typeface="Gill Sans"/>
              <a:sym typeface="Gill Sans"/>
            </a:endParaRPr>
          </a:p>
        </p:txBody>
      </p:sp>
      <p:sp>
        <p:nvSpPr>
          <p:cNvPr id="749" name="Google Shape;749;p36"/>
          <p:cNvSpPr txBox="1"/>
          <p:nvPr/>
        </p:nvSpPr>
        <p:spPr>
          <a:xfrm>
            <a:off x="1811286" y="1116302"/>
            <a:ext cx="2135400" cy="402000"/>
          </a:xfrm>
          <a:prstGeom prst="rect">
            <a:avLst/>
          </a:prstGeom>
          <a:noFill/>
          <a:ln>
            <a:noFill/>
          </a:ln>
        </p:spPr>
        <p:txBody>
          <a:bodyPr anchorCtr="0" anchor="t" bIns="0" lIns="0" spcFirstLastPara="1" rIns="0" wrap="square" tIns="17125">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Calibri"/>
                <a:ea typeface="Calibri"/>
                <a:cs typeface="Calibri"/>
                <a:sym typeface="Calibri"/>
              </a:rPr>
              <a:t>Thank you for your attention</a:t>
            </a:r>
            <a:endParaRPr b="0" i="0" sz="1400" u="none" cap="none" strike="noStrike">
              <a:solidFill>
                <a:srgbClr val="000000"/>
              </a:solidFill>
              <a:latin typeface="Calibri"/>
              <a:ea typeface="Calibri"/>
              <a:cs typeface="Calibri"/>
              <a:sym typeface="Calibri"/>
            </a:endParaRPr>
          </a:p>
          <a:p>
            <a:pPr indent="19683" lvl="0" marL="361950" marR="352425" rtl="0" algn="ctr">
              <a:lnSpc>
                <a:spcPct val="102699"/>
              </a:lnSpc>
              <a:spcBef>
                <a:spcPts val="0"/>
              </a:spcBef>
              <a:spcAft>
                <a:spcPts val="0"/>
              </a:spcAft>
              <a:buClr>
                <a:srgbClr val="000000"/>
              </a:buClr>
              <a:buSzPts val="1100"/>
              <a:buFont typeface="Arial"/>
              <a:buNone/>
            </a:pPr>
            <a:r>
              <a:t/>
            </a:r>
            <a:endParaRPr b="0" i="0" sz="1100" u="none" cap="none" strike="noStrike">
              <a:solidFill>
                <a:srgbClr val="000000"/>
              </a:solidFill>
              <a:latin typeface="Calibri"/>
              <a:ea typeface="Calibri"/>
              <a:cs typeface="Calibri"/>
              <a:sym typeface="Calibri"/>
            </a:endParaRPr>
          </a:p>
        </p:txBody>
      </p:sp>
      <p:sp>
        <p:nvSpPr>
          <p:cNvPr id="750" name="Google Shape;750;p36"/>
          <p:cNvSpPr txBox="1"/>
          <p:nvPr>
            <p:ph idx="12" type="sldNum"/>
          </p:nvPr>
        </p:nvSpPr>
        <p:spPr>
          <a:xfrm>
            <a:off x="5404855" y="3120759"/>
            <a:ext cx="298200" cy="92400"/>
          </a:xfrm>
          <a:prstGeom prst="rect">
            <a:avLst/>
          </a:prstGeom>
          <a:noFill/>
          <a:ln>
            <a:noFill/>
          </a:ln>
        </p:spPr>
        <p:txBody>
          <a:bodyPr anchorCtr="0" anchor="t" bIns="0" lIns="0" spcFirstLastPara="1" rIns="0" wrap="square" tIns="0">
            <a:spAutoFit/>
          </a:bodyPr>
          <a:lstStyle/>
          <a:p>
            <a:pPr indent="0" lvl="0" marL="81280" rtl="0" algn="l">
              <a:lnSpc>
                <a:spcPct val="100000"/>
              </a:lnSpc>
              <a:spcBef>
                <a:spcPts val="0"/>
              </a:spcBef>
              <a:spcAft>
                <a:spcPts val="0"/>
              </a:spcAft>
              <a:buClr>
                <a:srgbClr val="000000"/>
              </a:buClr>
              <a:buSzPts val="600"/>
              <a:buFont typeface="Arial"/>
              <a:buNone/>
            </a:pPr>
            <a:fld id="{00000000-1234-1234-1234-123412341234}" type="slidenum">
              <a:rPr lang="en-US"/>
              <a:t>‹#›</a:t>
            </a:fld>
            <a:r>
              <a:rPr lang="en-US"/>
              <a:t> / 28</a:t>
            </a:r>
            <a:endParaRPr/>
          </a:p>
        </p:txBody>
      </p:sp>
    </p:spTree>
  </p:cSld>
  <p:clrMapOvr>
    <a:masterClrMapping/>
  </p:clrMapOvr>
  <p:transition>
    <p:fade thruBlk="1"/>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